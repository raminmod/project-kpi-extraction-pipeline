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8" r:id="rId4"/>
    <p:sldId id="273" r:id="rId5"/>
    <p:sldId id="259" r:id="rId6"/>
    <p:sldId id="274" r:id="rId7"/>
    <p:sldId id="260" r:id="rId8"/>
    <p:sldId id="27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8A9F6-2680-49A2-A214-32098C649027}" v="2" dt="2025-12-05T13:55:07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3" autoAdjust="0"/>
    <p:restoredTop sz="94660"/>
  </p:normalViewPr>
  <p:slideViewPr>
    <p:cSldViewPr snapToGrid="0">
      <p:cViewPr varScale="1">
        <p:scale>
          <a:sx n="83" d="100"/>
          <a:sy n="83" d="100"/>
        </p:scale>
        <p:origin x="52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7594EC-F938-451E-B01A-7CE0A1F72C0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3ADD6D06-710C-48C7-B102-D172CA82DF95}">
      <dgm:prSet phldrT="[Text]" custT="1"/>
      <dgm:spPr/>
      <dgm:t>
        <a:bodyPr/>
        <a:lstStyle/>
        <a:p>
          <a:r>
            <a:rPr lang="sv-SE" sz="1000"/>
            <a:t>Sponsor</a:t>
          </a:r>
        </a:p>
      </dgm:t>
    </dgm:pt>
    <dgm:pt modelId="{1B9F6D51-61C1-4A4A-8430-478DA26A6266}" type="parTrans" cxnId="{A9D1255A-C33E-4E74-BDE8-24B08EC20061}">
      <dgm:prSet/>
      <dgm:spPr/>
      <dgm:t>
        <a:bodyPr/>
        <a:lstStyle/>
        <a:p>
          <a:endParaRPr lang="sv-SE" sz="1000"/>
        </a:p>
      </dgm:t>
    </dgm:pt>
    <dgm:pt modelId="{A07D9868-8611-4CB5-8F1B-69BE0F898474}" type="sibTrans" cxnId="{A9D1255A-C33E-4E74-BDE8-24B08EC20061}">
      <dgm:prSet custT="1"/>
      <dgm:spPr/>
      <dgm:t>
        <a:bodyPr/>
        <a:lstStyle/>
        <a:p>
          <a:pPr algn="ctr"/>
          <a:r>
            <a:rPr lang="sv-SE" sz="1000" dirty="0"/>
            <a:t>Jonas Hallberg</a:t>
          </a:r>
        </a:p>
      </dgm:t>
    </dgm:pt>
    <dgm:pt modelId="{A5A3F56F-E76E-42CA-A349-8D9178C8814C}">
      <dgm:prSet phldrT="[Text]" custT="1"/>
      <dgm:spPr/>
      <dgm:t>
        <a:bodyPr/>
        <a:lstStyle/>
        <a:p>
          <a:r>
            <a:rPr lang="sv-SE" sz="1000"/>
            <a:t>Project </a:t>
          </a:r>
          <a:r>
            <a:rPr lang="sv-SE" sz="1000" err="1"/>
            <a:t>Member</a:t>
          </a:r>
          <a:endParaRPr lang="sv-SE" sz="1000"/>
        </a:p>
      </dgm:t>
    </dgm:pt>
    <dgm:pt modelId="{0F3E73C5-B5FC-49D7-89D5-5A86BF4E7E17}" type="parTrans" cxnId="{EBD96724-A091-45E3-B583-0EEB14006C20}">
      <dgm:prSet/>
      <dgm:spPr/>
      <dgm:t>
        <a:bodyPr/>
        <a:lstStyle/>
        <a:p>
          <a:endParaRPr lang="sv-SE" sz="1000"/>
        </a:p>
      </dgm:t>
    </dgm:pt>
    <dgm:pt modelId="{E147C187-EF14-4709-A8FA-57A0F097C990}" type="sibTrans" cxnId="{EBD96724-A091-45E3-B583-0EEB14006C20}">
      <dgm:prSet custT="1"/>
      <dgm:spPr/>
      <dgm:t>
        <a:bodyPr/>
        <a:lstStyle/>
        <a:p>
          <a:pPr algn="ctr"/>
          <a:r>
            <a:rPr lang="sv-SE" sz="1000" dirty="0"/>
            <a:t>Sara Holm</a:t>
          </a:r>
        </a:p>
      </dgm:t>
    </dgm:pt>
    <dgm:pt modelId="{F472552F-C649-485C-AF85-0BE7D443709D}">
      <dgm:prSet phldrT="[Text]" custT="1"/>
      <dgm:spPr/>
      <dgm:t>
        <a:bodyPr/>
        <a:lstStyle/>
        <a:p>
          <a:r>
            <a:rPr lang="sv-SE" sz="1000"/>
            <a:t>Project Manager</a:t>
          </a:r>
        </a:p>
      </dgm:t>
    </dgm:pt>
    <dgm:pt modelId="{141832F5-2EDE-469E-8F42-EE5DE38A80DD}" type="parTrans" cxnId="{6927B030-FBF0-46FB-82BB-61DA6AABB8A0}">
      <dgm:prSet/>
      <dgm:spPr/>
      <dgm:t>
        <a:bodyPr/>
        <a:lstStyle/>
        <a:p>
          <a:endParaRPr lang="sv-SE"/>
        </a:p>
      </dgm:t>
    </dgm:pt>
    <dgm:pt modelId="{536989CB-6C38-46AE-838E-CD93E51A45D9}" type="sibTrans" cxnId="{6927B030-FBF0-46FB-82BB-61DA6AABB8A0}">
      <dgm:prSet custT="1"/>
      <dgm:spPr/>
      <dgm:t>
        <a:bodyPr/>
        <a:lstStyle/>
        <a:p>
          <a:pPr algn="ctr"/>
          <a:r>
            <a:rPr lang="sv-SE" sz="1000" dirty="0"/>
            <a:t>Maria Svensson</a:t>
          </a:r>
        </a:p>
      </dgm:t>
    </dgm:pt>
    <dgm:pt modelId="{866528F5-19B7-47AA-9D67-244D0EC62E37}">
      <dgm:prSet phldrT="[Text]" custT="1"/>
      <dgm:spPr/>
      <dgm:t>
        <a:bodyPr/>
        <a:lstStyle/>
        <a:p>
          <a:r>
            <a:rPr lang="sv-SE" sz="1000"/>
            <a:t>IT Project Manager</a:t>
          </a:r>
        </a:p>
      </dgm:t>
    </dgm:pt>
    <dgm:pt modelId="{4ECBFDCF-26F9-4DA2-8E3D-E7FB18985692}" type="parTrans" cxnId="{C2DBCD66-EF0F-408A-96FC-EB10FF3C685D}">
      <dgm:prSet/>
      <dgm:spPr/>
      <dgm:t>
        <a:bodyPr/>
        <a:lstStyle/>
        <a:p>
          <a:endParaRPr lang="sv-SE"/>
        </a:p>
      </dgm:t>
    </dgm:pt>
    <dgm:pt modelId="{7CE0B989-7A43-4F4A-B835-A7D08E0FBE63}" type="sibTrans" cxnId="{C2DBCD66-EF0F-408A-96FC-EB10FF3C685D}">
      <dgm:prSet custT="1"/>
      <dgm:spPr/>
      <dgm:t>
        <a:bodyPr/>
        <a:lstStyle/>
        <a:p>
          <a:pPr algn="ctr"/>
          <a:r>
            <a:rPr lang="sv-SE" sz="1000" dirty="0"/>
            <a:t>Daniel Larsson</a:t>
          </a:r>
        </a:p>
      </dgm:t>
    </dgm:pt>
    <dgm:pt modelId="{1229778D-333A-4B8E-A12B-DFA008F617BC}">
      <dgm:prSet phldrT="[Text]" custT="1"/>
      <dgm:spPr/>
      <dgm:t>
        <a:bodyPr/>
        <a:lstStyle/>
        <a:p>
          <a:r>
            <a:rPr lang="sv-SE" sz="1000" dirty="0"/>
            <a:t>Project Member (Data Analyst)</a:t>
          </a:r>
        </a:p>
      </dgm:t>
    </dgm:pt>
    <dgm:pt modelId="{25AF0927-150B-400F-8FEC-DDB40F3B479A}" type="parTrans" cxnId="{C44E74B8-BFAA-4287-9072-1EEB075BA8F8}">
      <dgm:prSet/>
      <dgm:spPr/>
      <dgm:t>
        <a:bodyPr/>
        <a:lstStyle/>
        <a:p>
          <a:endParaRPr lang="sv-SE"/>
        </a:p>
      </dgm:t>
    </dgm:pt>
    <dgm:pt modelId="{DC5E104E-70C7-448D-B63C-F4780B7C9A0A}" type="sibTrans" cxnId="{C44E74B8-BFAA-4287-9072-1EEB075BA8F8}">
      <dgm:prSet custT="1"/>
      <dgm:spPr/>
      <dgm:t>
        <a:bodyPr/>
        <a:lstStyle/>
        <a:p>
          <a:pPr algn="ctr"/>
          <a:r>
            <a:rPr lang="sv-SE" sz="1000" dirty="0"/>
            <a:t>Anna Karlsson</a:t>
          </a:r>
        </a:p>
      </dgm:t>
    </dgm:pt>
    <dgm:pt modelId="{FCE92670-C6CD-45A8-A4C3-40CD58A4DFC7}">
      <dgm:prSet phldrT="[Text]" custT="1"/>
      <dgm:spPr/>
      <dgm:t>
        <a:bodyPr/>
        <a:lstStyle/>
        <a:p>
          <a:r>
            <a:rPr lang="sv-SE" sz="1000"/>
            <a:t>Project </a:t>
          </a:r>
          <a:r>
            <a:rPr lang="sv-SE" sz="1000" err="1"/>
            <a:t>Member</a:t>
          </a:r>
          <a:endParaRPr lang="sv-SE" sz="1000"/>
        </a:p>
      </dgm:t>
    </dgm:pt>
    <dgm:pt modelId="{44A2B74C-6D9D-4A91-ABEE-909DC4023B71}" type="parTrans" cxnId="{D44A4A54-9F67-4067-AD10-3E61BE324E70}">
      <dgm:prSet/>
      <dgm:spPr/>
      <dgm:t>
        <a:bodyPr/>
        <a:lstStyle/>
        <a:p>
          <a:endParaRPr lang="sv-SE"/>
        </a:p>
      </dgm:t>
    </dgm:pt>
    <dgm:pt modelId="{AEEF4CAB-D5E6-4E61-A258-72CA367E536C}" type="sibTrans" cxnId="{D44A4A54-9F67-4067-AD10-3E61BE324E70}">
      <dgm:prSet/>
      <dgm:spPr/>
      <dgm:t>
        <a:bodyPr/>
        <a:lstStyle/>
        <a:p>
          <a:r>
            <a:rPr lang="sv-SE" dirty="0"/>
            <a:t>Mikael Jonsson</a:t>
          </a:r>
        </a:p>
      </dgm:t>
    </dgm:pt>
    <dgm:pt modelId="{CA2445B8-D78D-4EDF-8288-AF106EA7677A}">
      <dgm:prSet phldrT="[Text]" custT="1"/>
      <dgm:spPr/>
      <dgm:t>
        <a:bodyPr/>
        <a:lstStyle/>
        <a:p>
          <a:r>
            <a:rPr lang="sv-SE" sz="1000" dirty="0"/>
            <a:t>Project Member (Energy Operations Rep)</a:t>
          </a:r>
        </a:p>
      </dgm:t>
    </dgm:pt>
    <dgm:pt modelId="{1FAB58A7-0D40-46C6-AFC7-50D05132BF0C}" type="parTrans" cxnId="{F93AD5DE-5675-4733-8AEB-208F4CAFFAEE}">
      <dgm:prSet/>
      <dgm:spPr/>
      <dgm:t>
        <a:bodyPr/>
        <a:lstStyle/>
        <a:p>
          <a:endParaRPr lang="sv-SE"/>
        </a:p>
      </dgm:t>
    </dgm:pt>
    <dgm:pt modelId="{797C030E-223F-4D6B-A860-F89BA234BE8C}" type="sibTrans" cxnId="{F93AD5DE-5675-4733-8AEB-208F4CAFFAEE}">
      <dgm:prSet custT="1"/>
      <dgm:spPr/>
      <dgm:t>
        <a:bodyPr/>
        <a:lstStyle/>
        <a:p>
          <a:pPr algn="ctr"/>
          <a:r>
            <a:rPr lang="sv-SE" sz="1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Lars Nyberg</a:t>
          </a:r>
        </a:p>
      </dgm:t>
    </dgm:pt>
    <dgm:pt modelId="{61E3C870-677C-4618-AB9A-271E9FA9AF80}">
      <dgm:prSet phldrT="[Text]" custT="1"/>
      <dgm:spPr/>
      <dgm:t>
        <a:bodyPr/>
        <a:lstStyle/>
        <a:p>
          <a:r>
            <a:rPr lang="sv-SE" sz="1000" dirty="0"/>
            <a:t>Project Member (IT Support Technician)</a:t>
          </a:r>
        </a:p>
      </dgm:t>
    </dgm:pt>
    <dgm:pt modelId="{0BE67669-FA14-4927-8CDF-A1E2FD341240}" type="parTrans" cxnId="{190882A9-ADB1-4101-B4B0-ECA99308FB31}">
      <dgm:prSet/>
      <dgm:spPr/>
      <dgm:t>
        <a:bodyPr/>
        <a:lstStyle/>
        <a:p>
          <a:endParaRPr lang="sv-SE"/>
        </a:p>
      </dgm:t>
    </dgm:pt>
    <dgm:pt modelId="{744487D3-AD5C-473F-BA36-7B58EAD0B6DD}" type="sibTrans" cxnId="{190882A9-ADB1-4101-B4B0-ECA99308FB31}">
      <dgm:prSet/>
      <dgm:spPr/>
      <dgm:t>
        <a:bodyPr/>
        <a:lstStyle/>
        <a:p>
          <a:r>
            <a:rPr lang="sv-SE" dirty="0"/>
            <a:t>Erik Johansson</a:t>
          </a:r>
        </a:p>
      </dgm:t>
    </dgm:pt>
    <dgm:pt modelId="{D9FAC0A1-70D5-40D7-8E39-3E95F49435DA}">
      <dgm:prSet phldrT="[Text]" custT="1"/>
      <dgm:spPr/>
      <dgm:t>
        <a:bodyPr/>
        <a:lstStyle/>
        <a:p>
          <a:r>
            <a:rPr lang="sv-SE" sz="1000" err="1"/>
            <a:t>Steering</a:t>
          </a:r>
          <a:r>
            <a:rPr lang="sv-SE" sz="1000"/>
            <a:t> Group</a:t>
          </a:r>
        </a:p>
      </dgm:t>
    </dgm:pt>
    <dgm:pt modelId="{95574E05-2601-426F-91DB-273EB1AC667C}" type="parTrans" cxnId="{9208ED27-5CE4-4A9E-944B-3A766E238F65}">
      <dgm:prSet/>
      <dgm:spPr/>
      <dgm:t>
        <a:bodyPr/>
        <a:lstStyle/>
        <a:p>
          <a:endParaRPr lang="sv-SE"/>
        </a:p>
      </dgm:t>
    </dgm:pt>
    <dgm:pt modelId="{22062E32-E6AE-402D-923D-598D2A3DE798}" type="sibTrans" cxnId="{9208ED27-5CE4-4A9E-944B-3A766E238F65}">
      <dgm:prSet custT="1"/>
      <dgm:spPr/>
      <dgm:t>
        <a:bodyPr/>
        <a:lstStyle/>
        <a:p>
          <a:pPr algn="ctr"/>
          <a:r>
            <a:rPr lang="sv-SE" sz="1000" dirty="0"/>
            <a:t>Elin Bergström</a:t>
          </a:r>
        </a:p>
      </dgm:t>
    </dgm:pt>
    <dgm:pt modelId="{1F8581B9-82B4-453F-95F4-56CCAB479BA0}" type="pres">
      <dgm:prSet presAssocID="{677594EC-F938-451E-B01A-7CE0A1F72C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27BB83D-8226-450D-96B9-8EEA8951E108}" type="pres">
      <dgm:prSet presAssocID="{3ADD6D06-710C-48C7-B102-D172CA82DF95}" presName="hierRoot1" presStyleCnt="0">
        <dgm:presLayoutVars>
          <dgm:hierBranch val="init"/>
        </dgm:presLayoutVars>
      </dgm:prSet>
      <dgm:spPr/>
    </dgm:pt>
    <dgm:pt modelId="{A1A8D18A-C15E-41A6-89FA-1ACEB6A08992}" type="pres">
      <dgm:prSet presAssocID="{3ADD6D06-710C-48C7-B102-D172CA82DF95}" presName="rootComposite1" presStyleCnt="0"/>
      <dgm:spPr/>
    </dgm:pt>
    <dgm:pt modelId="{EE83B66C-6CBA-4304-A98B-6AC604D12708}" type="pres">
      <dgm:prSet presAssocID="{3ADD6D06-710C-48C7-B102-D172CA82DF95}" presName="rootText1" presStyleLbl="node0" presStyleIdx="0" presStyleCnt="1">
        <dgm:presLayoutVars>
          <dgm:chMax/>
          <dgm:chPref val="3"/>
        </dgm:presLayoutVars>
      </dgm:prSet>
      <dgm:spPr/>
    </dgm:pt>
    <dgm:pt modelId="{9A6803EB-5197-424F-99ED-F09DE8E95C86}" type="pres">
      <dgm:prSet presAssocID="{3ADD6D06-710C-48C7-B102-D172CA82DF95}" presName="titleText1" presStyleLbl="fgAcc0" presStyleIdx="0" presStyleCnt="1">
        <dgm:presLayoutVars>
          <dgm:chMax val="0"/>
          <dgm:chPref val="0"/>
        </dgm:presLayoutVars>
      </dgm:prSet>
      <dgm:spPr/>
    </dgm:pt>
    <dgm:pt modelId="{4716FFC0-4C55-440F-9AEA-541D714ED44C}" type="pres">
      <dgm:prSet presAssocID="{3ADD6D06-710C-48C7-B102-D172CA82DF95}" presName="rootConnector1" presStyleLbl="node1" presStyleIdx="0" presStyleCnt="8"/>
      <dgm:spPr/>
    </dgm:pt>
    <dgm:pt modelId="{F2499E38-CD4B-47D0-A177-A23484D887AF}" type="pres">
      <dgm:prSet presAssocID="{3ADD6D06-710C-48C7-B102-D172CA82DF95}" presName="hierChild2" presStyleCnt="0"/>
      <dgm:spPr/>
    </dgm:pt>
    <dgm:pt modelId="{2BE47EA9-E990-46C8-8BE7-01F115CC485C}" type="pres">
      <dgm:prSet presAssocID="{95574E05-2601-426F-91DB-273EB1AC667C}" presName="Name37" presStyleLbl="parChTrans1D2" presStyleIdx="0" presStyleCnt="1"/>
      <dgm:spPr/>
    </dgm:pt>
    <dgm:pt modelId="{49A75E70-588E-4DEA-A1EA-689877A57693}" type="pres">
      <dgm:prSet presAssocID="{D9FAC0A1-70D5-40D7-8E39-3E95F49435DA}" presName="hierRoot2" presStyleCnt="0">
        <dgm:presLayoutVars>
          <dgm:hierBranch val="init"/>
        </dgm:presLayoutVars>
      </dgm:prSet>
      <dgm:spPr/>
    </dgm:pt>
    <dgm:pt modelId="{E08C3E89-5F85-4BC0-BCD9-0077DA40B7A0}" type="pres">
      <dgm:prSet presAssocID="{D9FAC0A1-70D5-40D7-8E39-3E95F49435DA}" presName="rootComposite" presStyleCnt="0"/>
      <dgm:spPr/>
    </dgm:pt>
    <dgm:pt modelId="{201343F0-DCE4-4F57-9618-E869192EAF1B}" type="pres">
      <dgm:prSet presAssocID="{D9FAC0A1-70D5-40D7-8E39-3E95F49435DA}" presName="rootText" presStyleLbl="node1" presStyleIdx="0" presStyleCnt="8">
        <dgm:presLayoutVars>
          <dgm:chMax/>
          <dgm:chPref val="3"/>
        </dgm:presLayoutVars>
      </dgm:prSet>
      <dgm:spPr/>
    </dgm:pt>
    <dgm:pt modelId="{EF0EF510-A32F-48C5-8D0E-6B7BCFCCF15F}" type="pres">
      <dgm:prSet presAssocID="{D9FAC0A1-70D5-40D7-8E39-3E95F49435DA}" presName="titleText2" presStyleLbl="fgAcc1" presStyleIdx="0" presStyleCnt="8">
        <dgm:presLayoutVars>
          <dgm:chMax val="0"/>
          <dgm:chPref val="0"/>
        </dgm:presLayoutVars>
      </dgm:prSet>
      <dgm:spPr/>
    </dgm:pt>
    <dgm:pt modelId="{EE07BE71-3D1F-414C-906D-FA20D5344823}" type="pres">
      <dgm:prSet presAssocID="{D9FAC0A1-70D5-40D7-8E39-3E95F49435DA}" presName="rootConnector" presStyleLbl="node2" presStyleIdx="0" presStyleCnt="0"/>
      <dgm:spPr/>
    </dgm:pt>
    <dgm:pt modelId="{CE98D0FF-714F-478A-B23B-7172341439CC}" type="pres">
      <dgm:prSet presAssocID="{D9FAC0A1-70D5-40D7-8E39-3E95F49435DA}" presName="hierChild4" presStyleCnt="0"/>
      <dgm:spPr/>
    </dgm:pt>
    <dgm:pt modelId="{0363F73B-9797-4C72-8F1D-70F1FED5ACE3}" type="pres">
      <dgm:prSet presAssocID="{141832F5-2EDE-469E-8F42-EE5DE38A80DD}" presName="Name37" presStyleLbl="parChTrans1D3" presStyleIdx="0" presStyleCnt="1"/>
      <dgm:spPr/>
    </dgm:pt>
    <dgm:pt modelId="{1015D5E2-ACD3-485E-B19A-724AC468E9F8}" type="pres">
      <dgm:prSet presAssocID="{F472552F-C649-485C-AF85-0BE7D443709D}" presName="hierRoot2" presStyleCnt="0">
        <dgm:presLayoutVars>
          <dgm:hierBranch val="init"/>
        </dgm:presLayoutVars>
      </dgm:prSet>
      <dgm:spPr/>
    </dgm:pt>
    <dgm:pt modelId="{C3CD281F-1AFD-4415-9006-32E047F99C25}" type="pres">
      <dgm:prSet presAssocID="{F472552F-C649-485C-AF85-0BE7D443709D}" presName="rootComposite" presStyleCnt="0"/>
      <dgm:spPr/>
    </dgm:pt>
    <dgm:pt modelId="{25C66599-74CA-4720-A1CC-B69D9A7BE7C3}" type="pres">
      <dgm:prSet presAssocID="{F472552F-C649-485C-AF85-0BE7D443709D}" presName="rootText" presStyleLbl="node1" presStyleIdx="1" presStyleCnt="8">
        <dgm:presLayoutVars>
          <dgm:chMax/>
          <dgm:chPref val="3"/>
        </dgm:presLayoutVars>
      </dgm:prSet>
      <dgm:spPr/>
    </dgm:pt>
    <dgm:pt modelId="{5FA88B80-8481-40BE-9C4D-C4A1DFD59B88}" type="pres">
      <dgm:prSet presAssocID="{F472552F-C649-485C-AF85-0BE7D443709D}" presName="titleText2" presStyleLbl="fgAcc1" presStyleIdx="1" presStyleCnt="8">
        <dgm:presLayoutVars>
          <dgm:chMax val="0"/>
          <dgm:chPref val="0"/>
        </dgm:presLayoutVars>
      </dgm:prSet>
      <dgm:spPr/>
    </dgm:pt>
    <dgm:pt modelId="{2AD5DC8A-871B-497D-B697-294286AB6DF4}" type="pres">
      <dgm:prSet presAssocID="{F472552F-C649-485C-AF85-0BE7D443709D}" presName="rootConnector" presStyleLbl="node3" presStyleIdx="0" presStyleCnt="0"/>
      <dgm:spPr/>
    </dgm:pt>
    <dgm:pt modelId="{75BBF1D1-202B-4EFE-BB0B-351B5253D238}" type="pres">
      <dgm:prSet presAssocID="{F472552F-C649-485C-AF85-0BE7D443709D}" presName="hierChild4" presStyleCnt="0"/>
      <dgm:spPr/>
    </dgm:pt>
    <dgm:pt modelId="{21E30CF2-5C6B-4B1C-8BEC-D26225FFF5CA}" type="pres">
      <dgm:prSet presAssocID="{4ECBFDCF-26F9-4DA2-8E3D-E7FB18985692}" presName="Name37" presStyleLbl="parChTrans1D4" presStyleIdx="0" presStyleCnt="6"/>
      <dgm:spPr/>
    </dgm:pt>
    <dgm:pt modelId="{53EC81E8-0B02-4F1A-A7D9-39EFB0BE6096}" type="pres">
      <dgm:prSet presAssocID="{866528F5-19B7-47AA-9D67-244D0EC62E37}" presName="hierRoot2" presStyleCnt="0">
        <dgm:presLayoutVars>
          <dgm:hierBranch val="init"/>
        </dgm:presLayoutVars>
      </dgm:prSet>
      <dgm:spPr/>
    </dgm:pt>
    <dgm:pt modelId="{1F79B2BA-CBE4-4B8E-9255-8ADFCCD45933}" type="pres">
      <dgm:prSet presAssocID="{866528F5-19B7-47AA-9D67-244D0EC62E37}" presName="rootComposite" presStyleCnt="0"/>
      <dgm:spPr/>
    </dgm:pt>
    <dgm:pt modelId="{ACD6892A-ED47-45F4-996A-F5D7D7B496BA}" type="pres">
      <dgm:prSet presAssocID="{866528F5-19B7-47AA-9D67-244D0EC62E37}" presName="rootText" presStyleLbl="node1" presStyleIdx="2" presStyleCnt="8">
        <dgm:presLayoutVars>
          <dgm:chMax/>
          <dgm:chPref val="3"/>
        </dgm:presLayoutVars>
      </dgm:prSet>
      <dgm:spPr/>
    </dgm:pt>
    <dgm:pt modelId="{578A5F13-5BB3-457D-A91A-14C1D62107A7}" type="pres">
      <dgm:prSet presAssocID="{866528F5-19B7-47AA-9D67-244D0EC62E37}" presName="titleText2" presStyleLbl="fgAcc1" presStyleIdx="2" presStyleCnt="8">
        <dgm:presLayoutVars>
          <dgm:chMax val="0"/>
          <dgm:chPref val="0"/>
        </dgm:presLayoutVars>
      </dgm:prSet>
      <dgm:spPr/>
    </dgm:pt>
    <dgm:pt modelId="{CBD1C515-0C47-40EB-A608-A5698DAAE02D}" type="pres">
      <dgm:prSet presAssocID="{866528F5-19B7-47AA-9D67-244D0EC62E37}" presName="rootConnector" presStyleLbl="node4" presStyleIdx="0" presStyleCnt="0"/>
      <dgm:spPr/>
    </dgm:pt>
    <dgm:pt modelId="{5A14D337-59EA-45E0-86F3-E2936CC4D3FB}" type="pres">
      <dgm:prSet presAssocID="{866528F5-19B7-47AA-9D67-244D0EC62E37}" presName="hierChild4" presStyleCnt="0"/>
      <dgm:spPr/>
    </dgm:pt>
    <dgm:pt modelId="{C901284B-56DE-4672-A2EA-993BF8DB217C}" type="pres">
      <dgm:prSet presAssocID="{0F3E73C5-B5FC-49D7-89D5-5A86BF4E7E17}" presName="Name37" presStyleLbl="parChTrans1D4" presStyleIdx="1" presStyleCnt="6"/>
      <dgm:spPr/>
    </dgm:pt>
    <dgm:pt modelId="{2844FE52-A49C-4760-85B0-86058D2396AD}" type="pres">
      <dgm:prSet presAssocID="{A5A3F56F-E76E-42CA-A349-8D9178C8814C}" presName="hierRoot2" presStyleCnt="0">
        <dgm:presLayoutVars>
          <dgm:hierBranch val="init"/>
        </dgm:presLayoutVars>
      </dgm:prSet>
      <dgm:spPr/>
    </dgm:pt>
    <dgm:pt modelId="{17D8A278-0A11-46FC-BF63-475B30E662A5}" type="pres">
      <dgm:prSet presAssocID="{A5A3F56F-E76E-42CA-A349-8D9178C8814C}" presName="rootComposite" presStyleCnt="0"/>
      <dgm:spPr/>
    </dgm:pt>
    <dgm:pt modelId="{1D8AA0BE-21FE-4797-9EB2-CCA75E658EE3}" type="pres">
      <dgm:prSet presAssocID="{A5A3F56F-E76E-42CA-A349-8D9178C8814C}" presName="rootText" presStyleLbl="node1" presStyleIdx="3" presStyleCnt="8">
        <dgm:presLayoutVars>
          <dgm:chMax/>
          <dgm:chPref val="3"/>
        </dgm:presLayoutVars>
      </dgm:prSet>
      <dgm:spPr/>
    </dgm:pt>
    <dgm:pt modelId="{2DFF51B4-6CD1-419D-9892-15350F7373F7}" type="pres">
      <dgm:prSet presAssocID="{A5A3F56F-E76E-42CA-A349-8D9178C8814C}" presName="titleText2" presStyleLbl="fgAcc1" presStyleIdx="3" presStyleCnt="8">
        <dgm:presLayoutVars>
          <dgm:chMax val="0"/>
          <dgm:chPref val="0"/>
        </dgm:presLayoutVars>
      </dgm:prSet>
      <dgm:spPr/>
    </dgm:pt>
    <dgm:pt modelId="{547CF461-DEAF-4786-86C0-A57B9996F2AE}" type="pres">
      <dgm:prSet presAssocID="{A5A3F56F-E76E-42CA-A349-8D9178C8814C}" presName="rootConnector" presStyleLbl="node4" presStyleIdx="0" presStyleCnt="0"/>
      <dgm:spPr/>
    </dgm:pt>
    <dgm:pt modelId="{15CFD75D-FADF-4C97-BAA3-150D68FE52ED}" type="pres">
      <dgm:prSet presAssocID="{A5A3F56F-E76E-42CA-A349-8D9178C8814C}" presName="hierChild4" presStyleCnt="0"/>
      <dgm:spPr/>
    </dgm:pt>
    <dgm:pt modelId="{A82E764E-8E5D-452E-BC4B-EBF13DD8FBD8}" type="pres">
      <dgm:prSet presAssocID="{A5A3F56F-E76E-42CA-A349-8D9178C8814C}" presName="hierChild5" presStyleCnt="0"/>
      <dgm:spPr/>
    </dgm:pt>
    <dgm:pt modelId="{2D08FF12-F195-4481-8832-64795D88E77E}" type="pres">
      <dgm:prSet presAssocID="{44A2B74C-6D9D-4A91-ABEE-909DC4023B71}" presName="Name37" presStyleLbl="parChTrans1D4" presStyleIdx="2" presStyleCnt="6"/>
      <dgm:spPr/>
    </dgm:pt>
    <dgm:pt modelId="{6AE806A6-399F-4D2A-B85C-8C8D1A7C728B}" type="pres">
      <dgm:prSet presAssocID="{FCE92670-C6CD-45A8-A4C3-40CD58A4DFC7}" presName="hierRoot2" presStyleCnt="0">
        <dgm:presLayoutVars>
          <dgm:hierBranch val="init"/>
        </dgm:presLayoutVars>
      </dgm:prSet>
      <dgm:spPr/>
    </dgm:pt>
    <dgm:pt modelId="{BC1F86A0-83AF-4113-9A0E-0CB9897B28A4}" type="pres">
      <dgm:prSet presAssocID="{FCE92670-C6CD-45A8-A4C3-40CD58A4DFC7}" presName="rootComposite" presStyleCnt="0"/>
      <dgm:spPr/>
    </dgm:pt>
    <dgm:pt modelId="{A9D29558-C1B7-44B5-A82A-39DB33EF8CA5}" type="pres">
      <dgm:prSet presAssocID="{FCE92670-C6CD-45A8-A4C3-40CD58A4DFC7}" presName="rootText" presStyleLbl="node1" presStyleIdx="4" presStyleCnt="8">
        <dgm:presLayoutVars>
          <dgm:chMax/>
          <dgm:chPref val="3"/>
        </dgm:presLayoutVars>
      </dgm:prSet>
      <dgm:spPr/>
    </dgm:pt>
    <dgm:pt modelId="{FEAD1A29-AE3C-4843-B74B-926BCFD949F2}" type="pres">
      <dgm:prSet presAssocID="{FCE92670-C6CD-45A8-A4C3-40CD58A4DFC7}" presName="titleText2" presStyleLbl="fgAcc1" presStyleIdx="4" presStyleCnt="8">
        <dgm:presLayoutVars>
          <dgm:chMax val="0"/>
          <dgm:chPref val="0"/>
        </dgm:presLayoutVars>
      </dgm:prSet>
      <dgm:spPr/>
    </dgm:pt>
    <dgm:pt modelId="{D38E7BE5-51D3-4BFA-B2F8-879668169AFD}" type="pres">
      <dgm:prSet presAssocID="{FCE92670-C6CD-45A8-A4C3-40CD58A4DFC7}" presName="rootConnector" presStyleLbl="node4" presStyleIdx="0" presStyleCnt="0"/>
      <dgm:spPr/>
    </dgm:pt>
    <dgm:pt modelId="{8D575896-46DA-422A-804E-4715D2CC9370}" type="pres">
      <dgm:prSet presAssocID="{FCE92670-C6CD-45A8-A4C3-40CD58A4DFC7}" presName="hierChild4" presStyleCnt="0"/>
      <dgm:spPr/>
    </dgm:pt>
    <dgm:pt modelId="{17052CAC-A2D5-4D2A-ADA8-0A5522F017E9}" type="pres">
      <dgm:prSet presAssocID="{FCE92670-C6CD-45A8-A4C3-40CD58A4DFC7}" presName="hierChild5" presStyleCnt="0"/>
      <dgm:spPr/>
    </dgm:pt>
    <dgm:pt modelId="{ED41732A-4E35-4F1C-9C34-53E8DFCE848A}" type="pres">
      <dgm:prSet presAssocID="{866528F5-19B7-47AA-9D67-244D0EC62E37}" presName="hierChild5" presStyleCnt="0"/>
      <dgm:spPr/>
    </dgm:pt>
    <dgm:pt modelId="{722BFA1F-D8BF-4610-A0B5-5FE91AE3DE63}" type="pres">
      <dgm:prSet presAssocID="{25AF0927-150B-400F-8FEC-DDB40F3B479A}" presName="Name37" presStyleLbl="parChTrans1D4" presStyleIdx="3" presStyleCnt="6"/>
      <dgm:spPr/>
    </dgm:pt>
    <dgm:pt modelId="{404F1D2C-412B-4702-AAFE-0D58393445D1}" type="pres">
      <dgm:prSet presAssocID="{1229778D-333A-4B8E-A12B-DFA008F617BC}" presName="hierRoot2" presStyleCnt="0">
        <dgm:presLayoutVars>
          <dgm:hierBranch val="init"/>
        </dgm:presLayoutVars>
      </dgm:prSet>
      <dgm:spPr/>
    </dgm:pt>
    <dgm:pt modelId="{6243D8F1-DE94-4EC2-B3C2-7DFD93FAAED8}" type="pres">
      <dgm:prSet presAssocID="{1229778D-333A-4B8E-A12B-DFA008F617BC}" presName="rootComposite" presStyleCnt="0"/>
      <dgm:spPr/>
    </dgm:pt>
    <dgm:pt modelId="{88917CEA-5323-4064-8B18-116B832E92DA}" type="pres">
      <dgm:prSet presAssocID="{1229778D-333A-4B8E-A12B-DFA008F617BC}" presName="rootText" presStyleLbl="node1" presStyleIdx="5" presStyleCnt="8">
        <dgm:presLayoutVars>
          <dgm:chMax/>
          <dgm:chPref val="3"/>
        </dgm:presLayoutVars>
      </dgm:prSet>
      <dgm:spPr/>
    </dgm:pt>
    <dgm:pt modelId="{122C1A47-DFB4-4818-BF68-FA6C92F1DE42}" type="pres">
      <dgm:prSet presAssocID="{1229778D-333A-4B8E-A12B-DFA008F617BC}" presName="titleText2" presStyleLbl="fgAcc1" presStyleIdx="5" presStyleCnt="8">
        <dgm:presLayoutVars>
          <dgm:chMax val="0"/>
          <dgm:chPref val="0"/>
        </dgm:presLayoutVars>
      </dgm:prSet>
      <dgm:spPr/>
    </dgm:pt>
    <dgm:pt modelId="{8A179511-EAFF-4588-BBBE-B7FFA2F5EDD0}" type="pres">
      <dgm:prSet presAssocID="{1229778D-333A-4B8E-A12B-DFA008F617BC}" presName="rootConnector" presStyleLbl="node4" presStyleIdx="0" presStyleCnt="0"/>
      <dgm:spPr/>
    </dgm:pt>
    <dgm:pt modelId="{0E8BAE54-F020-4525-A76A-2469EF4C4A6F}" type="pres">
      <dgm:prSet presAssocID="{1229778D-333A-4B8E-A12B-DFA008F617BC}" presName="hierChild4" presStyleCnt="0"/>
      <dgm:spPr/>
    </dgm:pt>
    <dgm:pt modelId="{6709593C-C261-484C-92A4-CF447B7D2D45}" type="pres">
      <dgm:prSet presAssocID="{1229778D-333A-4B8E-A12B-DFA008F617BC}" presName="hierChild5" presStyleCnt="0"/>
      <dgm:spPr/>
    </dgm:pt>
    <dgm:pt modelId="{4950F489-9DA2-43F0-A38F-5824E87778F3}" type="pres">
      <dgm:prSet presAssocID="{1FAB58A7-0D40-46C6-AFC7-50D05132BF0C}" presName="Name37" presStyleLbl="parChTrans1D4" presStyleIdx="4" presStyleCnt="6"/>
      <dgm:spPr/>
    </dgm:pt>
    <dgm:pt modelId="{9473BCE7-DC46-4720-BD35-BA5400F3FDE2}" type="pres">
      <dgm:prSet presAssocID="{CA2445B8-D78D-4EDF-8288-AF106EA7677A}" presName="hierRoot2" presStyleCnt="0">
        <dgm:presLayoutVars>
          <dgm:hierBranch val="init"/>
        </dgm:presLayoutVars>
      </dgm:prSet>
      <dgm:spPr/>
    </dgm:pt>
    <dgm:pt modelId="{03119A66-0236-4AFE-BC7B-73F2F247C225}" type="pres">
      <dgm:prSet presAssocID="{CA2445B8-D78D-4EDF-8288-AF106EA7677A}" presName="rootComposite" presStyleCnt="0"/>
      <dgm:spPr/>
    </dgm:pt>
    <dgm:pt modelId="{33B2F770-E756-4D42-8B72-8D840040A8C3}" type="pres">
      <dgm:prSet presAssocID="{CA2445B8-D78D-4EDF-8288-AF106EA7677A}" presName="rootText" presStyleLbl="node1" presStyleIdx="6" presStyleCnt="8" custScaleX="128524">
        <dgm:presLayoutVars>
          <dgm:chMax/>
          <dgm:chPref val="3"/>
        </dgm:presLayoutVars>
      </dgm:prSet>
      <dgm:spPr/>
    </dgm:pt>
    <dgm:pt modelId="{E9832395-07EA-4AD0-B8B2-6F9CBE3EBDC3}" type="pres">
      <dgm:prSet presAssocID="{CA2445B8-D78D-4EDF-8288-AF106EA7677A}" presName="titleText2" presStyleLbl="fgAcc1" presStyleIdx="6" presStyleCnt="8" custScaleX="100812" custScaleY="97793">
        <dgm:presLayoutVars>
          <dgm:chMax val="0"/>
          <dgm:chPref val="0"/>
        </dgm:presLayoutVars>
      </dgm:prSet>
      <dgm:spPr/>
    </dgm:pt>
    <dgm:pt modelId="{1B7C15CE-D3A9-43B7-B81E-C7AED27B1CCE}" type="pres">
      <dgm:prSet presAssocID="{CA2445B8-D78D-4EDF-8288-AF106EA7677A}" presName="rootConnector" presStyleLbl="node4" presStyleIdx="0" presStyleCnt="0"/>
      <dgm:spPr/>
    </dgm:pt>
    <dgm:pt modelId="{0E7B9328-A65C-4FA1-B1CA-A63EBA53BAE6}" type="pres">
      <dgm:prSet presAssocID="{CA2445B8-D78D-4EDF-8288-AF106EA7677A}" presName="hierChild4" presStyleCnt="0"/>
      <dgm:spPr/>
    </dgm:pt>
    <dgm:pt modelId="{D3092583-E00C-4180-A157-C46A79F1BA44}" type="pres">
      <dgm:prSet presAssocID="{CA2445B8-D78D-4EDF-8288-AF106EA7677A}" presName="hierChild5" presStyleCnt="0"/>
      <dgm:spPr/>
    </dgm:pt>
    <dgm:pt modelId="{6D68E049-BB37-49F2-8F5E-2115912BF808}" type="pres">
      <dgm:prSet presAssocID="{0BE67669-FA14-4927-8CDF-A1E2FD341240}" presName="Name37" presStyleLbl="parChTrans1D4" presStyleIdx="5" presStyleCnt="6"/>
      <dgm:spPr/>
    </dgm:pt>
    <dgm:pt modelId="{D0E80033-9A1D-4D3E-BB57-1065AE4202BB}" type="pres">
      <dgm:prSet presAssocID="{61E3C870-677C-4618-AB9A-271E9FA9AF80}" presName="hierRoot2" presStyleCnt="0">
        <dgm:presLayoutVars>
          <dgm:hierBranch val="init"/>
        </dgm:presLayoutVars>
      </dgm:prSet>
      <dgm:spPr/>
    </dgm:pt>
    <dgm:pt modelId="{572AD4DE-296B-40A9-A1D5-461D12F94ECB}" type="pres">
      <dgm:prSet presAssocID="{61E3C870-677C-4618-AB9A-271E9FA9AF80}" presName="rootComposite" presStyleCnt="0"/>
      <dgm:spPr/>
    </dgm:pt>
    <dgm:pt modelId="{F9678508-A9E2-4FCF-91E2-E75079D1E43F}" type="pres">
      <dgm:prSet presAssocID="{61E3C870-677C-4618-AB9A-271E9FA9AF80}" presName="rootText" presStyleLbl="node1" presStyleIdx="7" presStyleCnt="8" custScaleX="116336" custScaleY="113863">
        <dgm:presLayoutVars>
          <dgm:chMax/>
          <dgm:chPref val="3"/>
        </dgm:presLayoutVars>
      </dgm:prSet>
      <dgm:spPr/>
    </dgm:pt>
    <dgm:pt modelId="{D9A58D53-6A5E-4C87-BD12-4730D111FB5C}" type="pres">
      <dgm:prSet presAssocID="{61E3C870-677C-4618-AB9A-271E9FA9AF80}" presName="titleText2" presStyleLbl="fgAcc1" presStyleIdx="7" presStyleCnt="8">
        <dgm:presLayoutVars>
          <dgm:chMax val="0"/>
          <dgm:chPref val="0"/>
        </dgm:presLayoutVars>
      </dgm:prSet>
      <dgm:spPr/>
    </dgm:pt>
    <dgm:pt modelId="{74C37624-ACEF-439C-BF18-A8840528CFEA}" type="pres">
      <dgm:prSet presAssocID="{61E3C870-677C-4618-AB9A-271E9FA9AF80}" presName="rootConnector" presStyleLbl="node4" presStyleIdx="0" presStyleCnt="0"/>
      <dgm:spPr/>
    </dgm:pt>
    <dgm:pt modelId="{79AAEB8B-CA34-4039-B334-EB72ED800773}" type="pres">
      <dgm:prSet presAssocID="{61E3C870-677C-4618-AB9A-271E9FA9AF80}" presName="hierChild4" presStyleCnt="0"/>
      <dgm:spPr/>
    </dgm:pt>
    <dgm:pt modelId="{6445090D-3565-4425-B663-9F85409C1DB2}" type="pres">
      <dgm:prSet presAssocID="{61E3C870-677C-4618-AB9A-271E9FA9AF80}" presName="hierChild5" presStyleCnt="0"/>
      <dgm:spPr/>
    </dgm:pt>
    <dgm:pt modelId="{0E79C23D-33E2-4247-9EA1-C5E47F43F0C8}" type="pres">
      <dgm:prSet presAssocID="{F472552F-C649-485C-AF85-0BE7D443709D}" presName="hierChild5" presStyleCnt="0"/>
      <dgm:spPr/>
    </dgm:pt>
    <dgm:pt modelId="{97B60F48-0AD8-4D15-815C-EE8BD1AFF167}" type="pres">
      <dgm:prSet presAssocID="{D9FAC0A1-70D5-40D7-8E39-3E95F49435DA}" presName="hierChild5" presStyleCnt="0"/>
      <dgm:spPr/>
    </dgm:pt>
    <dgm:pt modelId="{FD63FAAB-B1F7-43DB-A4B7-D1BE3C3FF08A}" type="pres">
      <dgm:prSet presAssocID="{3ADD6D06-710C-48C7-B102-D172CA82DF95}" presName="hierChild3" presStyleCnt="0"/>
      <dgm:spPr/>
    </dgm:pt>
  </dgm:ptLst>
  <dgm:cxnLst>
    <dgm:cxn modelId="{73C8C200-7A91-464A-AA9E-4E500C724760}" type="presOf" srcId="{61E3C870-677C-4618-AB9A-271E9FA9AF80}" destId="{F9678508-A9E2-4FCF-91E2-E75079D1E43F}" srcOrd="0" destOrd="0" presId="urn:microsoft.com/office/officeart/2008/layout/NameandTitleOrganizationalChart"/>
    <dgm:cxn modelId="{834F9502-B058-4A36-A00E-1DE3F09B87CD}" type="presOf" srcId="{E147C187-EF14-4709-A8FA-57A0F097C990}" destId="{2DFF51B4-6CD1-419D-9892-15350F7373F7}" srcOrd="0" destOrd="0" presId="urn:microsoft.com/office/officeart/2008/layout/NameandTitleOrganizationalChart"/>
    <dgm:cxn modelId="{9380DD04-9FFB-4C1E-A942-371C6912C2EC}" type="presOf" srcId="{1FAB58A7-0D40-46C6-AFC7-50D05132BF0C}" destId="{4950F489-9DA2-43F0-A38F-5824E87778F3}" srcOrd="0" destOrd="0" presId="urn:microsoft.com/office/officeart/2008/layout/NameandTitleOrganizationalChart"/>
    <dgm:cxn modelId="{B705F70A-F80C-479C-A891-D51185DC1E09}" type="presOf" srcId="{AEEF4CAB-D5E6-4E61-A258-72CA367E536C}" destId="{FEAD1A29-AE3C-4843-B74B-926BCFD949F2}" srcOrd="0" destOrd="0" presId="urn:microsoft.com/office/officeart/2008/layout/NameandTitleOrganizationalChart"/>
    <dgm:cxn modelId="{76C81C0B-5F8D-44D7-9E01-D7B65B3B4CEC}" type="presOf" srcId="{A5A3F56F-E76E-42CA-A349-8D9178C8814C}" destId="{547CF461-DEAF-4786-86C0-A57B9996F2AE}" srcOrd="1" destOrd="0" presId="urn:microsoft.com/office/officeart/2008/layout/NameandTitleOrganizationalChart"/>
    <dgm:cxn modelId="{BBB30812-AA40-48D2-8F7D-7BCCAFAB50BF}" type="presOf" srcId="{7CE0B989-7A43-4F4A-B835-A7D08E0FBE63}" destId="{578A5F13-5BB3-457D-A91A-14C1D62107A7}" srcOrd="0" destOrd="0" presId="urn:microsoft.com/office/officeart/2008/layout/NameandTitleOrganizationalChart"/>
    <dgm:cxn modelId="{EBD96724-A091-45E3-B583-0EEB14006C20}" srcId="{866528F5-19B7-47AA-9D67-244D0EC62E37}" destId="{A5A3F56F-E76E-42CA-A349-8D9178C8814C}" srcOrd="0" destOrd="0" parTransId="{0F3E73C5-B5FC-49D7-89D5-5A86BF4E7E17}" sibTransId="{E147C187-EF14-4709-A8FA-57A0F097C990}"/>
    <dgm:cxn modelId="{9208ED27-5CE4-4A9E-944B-3A766E238F65}" srcId="{3ADD6D06-710C-48C7-B102-D172CA82DF95}" destId="{D9FAC0A1-70D5-40D7-8E39-3E95F49435DA}" srcOrd="0" destOrd="0" parTransId="{95574E05-2601-426F-91DB-273EB1AC667C}" sibTransId="{22062E32-E6AE-402D-923D-598D2A3DE798}"/>
    <dgm:cxn modelId="{6927B030-FBF0-46FB-82BB-61DA6AABB8A0}" srcId="{D9FAC0A1-70D5-40D7-8E39-3E95F49435DA}" destId="{F472552F-C649-485C-AF85-0BE7D443709D}" srcOrd="0" destOrd="0" parTransId="{141832F5-2EDE-469E-8F42-EE5DE38A80DD}" sibTransId="{536989CB-6C38-46AE-838E-CD93E51A45D9}"/>
    <dgm:cxn modelId="{99EED13C-2B57-4D75-8156-A351BD835A5B}" type="presOf" srcId="{FCE92670-C6CD-45A8-A4C3-40CD58A4DFC7}" destId="{A9D29558-C1B7-44B5-A82A-39DB33EF8CA5}" srcOrd="0" destOrd="0" presId="urn:microsoft.com/office/officeart/2008/layout/NameandTitleOrganizationalChart"/>
    <dgm:cxn modelId="{7B152E5B-EFF4-4C3D-A7A4-C9A5EF9CD33C}" type="presOf" srcId="{141832F5-2EDE-469E-8F42-EE5DE38A80DD}" destId="{0363F73B-9797-4C72-8F1D-70F1FED5ACE3}" srcOrd="0" destOrd="0" presId="urn:microsoft.com/office/officeart/2008/layout/NameandTitleOrganizationalChart"/>
    <dgm:cxn modelId="{38315C61-237C-47B7-B874-C3D2E9614F60}" type="presOf" srcId="{D9FAC0A1-70D5-40D7-8E39-3E95F49435DA}" destId="{201343F0-DCE4-4F57-9618-E869192EAF1B}" srcOrd="0" destOrd="0" presId="urn:microsoft.com/office/officeart/2008/layout/NameandTitleOrganizationalChart"/>
    <dgm:cxn modelId="{C2DBCD66-EF0F-408A-96FC-EB10FF3C685D}" srcId="{F472552F-C649-485C-AF85-0BE7D443709D}" destId="{866528F5-19B7-47AA-9D67-244D0EC62E37}" srcOrd="0" destOrd="0" parTransId="{4ECBFDCF-26F9-4DA2-8E3D-E7FB18985692}" sibTransId="{7CE0B989-7A43-4F4A-B835-A7D08E0FBE63}"/>
    <dgm:cxn modelId="{2E8C1E69-34D1-44AB-BDBA-E7029A02739B}" type="presOf" srcId="{95574E05-2601-426F-91DB-273EB1AC667C}" destId="{2BE47EA9-E990-46C8-8BE7-01F115CC485C}" srcOrd="0" destOrd="0" presId="urn:microsoft.com/office/officeart/2008/layout/NameandTitleOrganizationalChart"/>
    <dgm:cxn modelId="{DE935C6B-1C28-4FD2-82BA-AA2DBA4FB243}" type="presOf" srcId="{866528F5-19B7-47AA-9D67-244D0EC62E37}" destId="{ACD6892A-ED47-45F4-996A-F5D7D7B496BA}" srcOrd="0" destOrd="0" presId="urn:microsoft.com/office/officeart/2008/layout/NameandTitleOrganizationalChart"/>
    <dgm:cxn modelId="{43C5D770-5150-498E-BC29-FA1E4F436F74}" type="presOf" srcId="{4ECBFDCF-26F9-4DA2-8E3D-E7FB18985692}" destId="{21E30CF2-5C6B-4B1C-8BEC-D26225FFF5CA}" srcOrd="0" destOrd="0" presId="urn:microsoft.com/office/officeart/2008/layout/NameandTitleOrganizationalChart"/>
    <dgm:cxn modelId="{D44A4A54-9F67-4067-AD10-3E61BE324E70}" srcId="{866528F5-19B7-47AA-9D67-244D0EC62E37}" destId="{FCE92670-C6CD-45A8-A4C3-40CD58A4DFC7}" srcOrd="1" destOrd="0" parTransId="{44A2B74C-6D9D-4A91-ABEE-909DC4023B71}" sibTransId="{AEEF4CAB-D5E6-4E61-A258-72CA367E536C}"/>
    <dgm:cxn modelId="{6568D074-BD46-4F3E-8C21-8D195DDAC531}" type="presOf" srcId="{F472552F-C649-485C-AF85-0BE7D443709D}" destId="{25C66599-74CA-4720-A1CC-B69D9A7BE7C3}" srcOrd="0" destOrd="0" presId="urn:microsoft.com/office/officeart/2008/layout/NameandTitleOrganizationalChart"/>
    <dgm:cxn modelId="{BB7D9B75-3257-430D-BEEF-1B098A889471}" type="presOf" srcId="{3ADD6D06-710C-48C7-B102-D172CA82DF95}" destId="{EE83B66C-6CBA-4304-A98B-6AC604D12708}" srcOrd="0" destOrd="0" presId="urn:microsoft.com/office/officeart/2008/layout/NameandTitleOrganizationalChart"/>
    <dgm:cxn modelId="{A9D1255A-C33E-4E74-BDE8-24B08EC20061}" srcId="{677594EC-F938-451E-B01A-7CE0A1F72C0E}" destId="{3ADD6D06-710C-48C7-B102-D172CA82DF95}" srcOrd="0" destOrd="0" parTransId="{1B9F6D51-61C1-4A4A-8430-478DA26A6266}" sibTransId="{A07D9868-8611-4CB5-8F1B-69BE0F898474}"/>
    <dgm:cxn modelId="{7623217C-6D36-40FB-80B4-15A74F194F2A}" type="presOf" srcId="{677594EC-F938-451E-B01A-7CE0A1F72C0E}" destId="{1F8581B9-82B4-453F-95F4-56CCAB479BA0}" srcOrd="0" destOrd="0" presId="urn:microsoft.com/office/officeart/2008/layout/NameandTitleOrganizationalChart"/>
    <dgm:cxn modelId="{92FDCD7E-CF8E-44D7-A106-596A7048BF3A}" type="presOf" srcId="{CA2445B8-D78D-4EDF-8288-AF106EA7677A}" destId="{1B7C15CE-D3A9-43B7-B81E-C7AED27B1CCE}" srcOrd="1" destOrd="0" presId="urn:microsoft.com/office/officeart/2008/layout/NameandTitleOrganizationalChart"/>
    <dgm:cxn modelId="{D9D0AC80-172C-4D0C-96A0-9CBAE3F59841}" type="presOf" srcId="{1229778D-333A-4B8E-A12B-DFA008F617BC}" destId="{8A179511-EAFF-4588-BBBE-B7FFA2F5EDD0}" srcOrd="1" destOrd="0" presId="urn:microsoft.com/office/officeart/2008/layout/NameandTitleOrganizationalChart"/>
    <dgm:cxn modelId="{CF883485-B72A-49A2-80CB-3F466145983F}" type="presOf" srcId="{44A2B74C-6D9D-4A91-ABEE-909DC4023B71}" destId="{2D08FF12-F195-4481-8832-64795D88E77E}" srcOrd="0" destOrd="0" presId="urn:microsoft.com/office/officeart/2008/layout/NameandTitleOrganizationalChart"/>
    <dgm:cxn modelId="{B417F088-03CF-49F9-96B5-CA786A9780D7}" type="presOf" srcId="{22062E32-E6AE-402D-923D-598D2A3DE798}" destId="{EF0EF510-A32F-48C5-8D0E-6B7BCFCCF15F}" srcOrd="0" destOrd="0" presId="urn:microsoft.com/office/officeart/2008/layout/NameandTitleOrganizationalChart"/>
    <dgm:cxn modelId="{5BDB6B8B-7803-4B70-9CAE-ED5AF44404A8}" type="presOf" srcId="{866528F5-19B7-47AA-9D67-244D0EC62E37}" destId="{CBD1C515-0C47-40EB-A608-A5698DAAE02D}" srcOrd="1" destOrd="0" presId="urn:microsoft.com/office/officeart/2008/layout/NameandTitleOrganizationalChart"/>
    <dgm:cxn modelId="{3C937F8B-2558-4AF0-9BB7-D5B61F0B3603}" type="presOf" srcId="{FCE92670-C6CD-45A8-A4C3-40CD58A4DFC7}" destId="{D38E7BE5-51D3-4BFA-B2F8-879668169AFD}" srcOrd="1" destOrd="0" presId="urn:microsoft.com/office/officeart/2008/layout/NameandTitleOrganizationalChart"/>
    <dgm:cxn modelId="{D4560794-15A2-412E-9C5F-F08B69EF718C}" type="presOf" srcId="{DC5E104E-70C7-448D-B63C-F4780B7C9A0A}" destId="{122C1A47-DFB4-4818-BF68-FA6C92F1DE42}" srcOrd="0" destOrd="0" presId="urn:microsoft.com/office/officeart/2008/layout/NameandTitleOrganizationalChart"/>
    <dgm:cxn modelId="{FDFD6999-1A04-462E-A53B-EFE4C97D2F7E}" type="presOf" srcId="{D9FAC0A1-70D5-40D7-8E39-3E95F49435DA}" destId="{EE07BE71-3D1F-414C-906D-FA20D5344823}" srcOrd="1" destOrd="0" presId="urn:microsoft.com/office/officeart/2008/layout/NameandTitleOrganizationalChart"/>
    <dgm:cxn modelId="{BD2E469F-D871-40EA-A6B5-8B3D4B2C9F77}" type="presOf" srcId="{CA2445B8-D78D-4EDF-8288-AF106EA7677A}" destId="{33B2F770-E756-4D42-8B72-8D840040A8C3}" srcOrd="0" destOrd="0" presId="urn:microsoft.com/office/officeart/2008/layout/NameandTitleOrganizationalChart"/>
    <dgm:cxn modelId="{689D41A0-23C9-44DE-9EB0-1279AD5427B0}" type="presOf" srcId="{A5A3F56F-E76E-42CA-A349-8D9178C8814C}" destId="{1D8AA0BE-21FE-4797-9EB2-CCA75E658EE3}" srcOrd="0" destOrd="0" presId="urn:microsoft.com/office/officeart/2008/layout/NameandTitleOrganizationalChart"/>
    <dgm:cxn modelId="{73DED4A5-1FB9-405B-A3A0-C2F46C436638}" type="presOf" srcId="{61E3C870-677C-4618-AB9A-271E9FA9AF80}" destId="{74C37624-ACEF-439C-BF18-A8840528CFEA}" srcOrd="1" destOrd="0" presId="urn:microsoft.com/office/officeart/2008/layout/NameandTitleOrganizationalChart"/>
    <dgm:cxn modelId="{190882A9-ADB1-4101-B4B0-ECA99308FB31}" srcId="{F472552F-C649-485C-AF85-0BE7D443709D}" destId="{61E3C870-677C-4618-AB9A-271E9FA9AF80}" srcOrd="3" destOrd="0" parTransId="{0BE67669-FA14-4927-8CDF-A1E2FD341240}" sibTransId="{744487D3-AD5C-473F-BA36-7B58EAD0B6DD}"/>
    <dgm:cxn modelId="{094EA3AB-6AB8-4E77-894D-1FCC9CC8B75A}" type="presOf" srcId="{0BE67669-FA14-4927-8CDF-A1E2FD341240}" destId="{6D68E049-BB37-49F2-8F5E-2115912BF808}" srcOrd="0" destOrd="0" presId="urn:microsoft.com/office/officeart/2008/layout/NameandTitleOrganizationalChart"/>
    <dgm:cxn modelId="{8837A0AE-9D32-48E0-818D-993899041664}" type="presOf" srcId="{536989CB-6C38-46AE-838E-CD93E51A45D9}" destId="{5FA88B80-8481-40BE-9C4D-C4A1DFD59B88}" srcOrd="0" destOrd="0" presId="urn:microsoft.com/office/officeart/2008/layout/NameandTitleOrganizationalChart"/>
    <dgm:cxn modelId="{C44E74B8-BFAA-4287-9072-1EEB075BA8F8}" srcId="{F472552F-C649-485C-AF85-0BE7D443709D}" destId="{1229778D-333A-4B8E-A12B-DFA008F617BC}" srcOrd="1" destOrd="0" parTransId="{25AF0927-150B-400F-8FEC-DDB40F3B479A}" sibTransId="{DC5E104E-70C7-448D-B63C-F4780B7C9A0A}"/>
    <dgm:cxn modelId="{080728C5-4B6C-40CE-9EE3-BF3E8553E8E2}" type="presOf" srcId="{3ADD6D06-710C-48C7-B102-D172CA82DF95}" destId="{4716FFC0-4C55-440F-9AEA-541D714ED44C}" srcOrd="1" destOrd="0" presId="urn:microsoft.com/office/officeart/2008/layout/NameandTitleOrganizationalChart"/>
    <dgm:cxn modelId="{373F9ECB-8162-4427-AB70-D6A2F62FA70B}" type="presOf" srcId="{1229778D-333A-4B8E-A12B-DFA008F617BC}" destId="{88917CEA-5323-4064-8B18-116B832E92DA}" srcOrd="0" destOrd="0" presId="urn:microsoft.com/office/officeart/2008/layout/NameandTitleOrganizationalChart"/>
    <dgm:cxn modelId="{849FCACB-E79A-4B60-A47C-2D498E291E65}" type="presOf" srcId="{F472552F-C649-485C-AF85-0BE7D443709D}" destId="{2AD5DC8A-871B-497D-B697-294286AB6DF4}" srcOrd="1" destOrd="0" presId="urn:microsoft.com/office/officeart/2008/layout/NameandTitleOrganizationalChart"/>
    <dgm:cxn modelId="{0476D9CD-2CA9-4EEB-A53A-2402DB05A8E9}" type="presOf" srcId="{25AF0927-150B-400F-8FEC-DDB40F3B479A}" destId="{722BFA1F-D8BF-4610-A0B5-5FE91AE3DE63}" srcOrd="0" destOrd="0" presId="urn:microsoft.com/office/officeart/2008/layout/NameandTitleOrganizationalChart"/>
    <dgm:cxn modelId="{5F4CB8D3-F8B9-47B1-B9B1-96CDD875033F}" type="presOf" srcId="{0F3E73C5-B5FC-49D7-89D5-5A86BF4E7E17}" destId="{C901284B-56DE-4672-A2EA-993BF8DB217C}" srcOrd="0" destOrd="0" presId="urn:microsoft.com/office/officeart/2008/layout/NameandTitleOrganizationalChart"/>
    <dgm:cxn modelId="{EB31CDD3-32C5-4CAF-BD26-2897B53FB2BF}" type="presOf" srcId="{A07D9868-8611-4CB5-8F1B-69BE0F898474}" destId="{9A6803EB-5197-424F-99ED-F09DE8E95C86}" srcOrd="0" destOrd="0" presId="urn:microsoft.com/office/officeart/2008/layout/NameandTitleOrganizationalChart"/>
    <dgm:cxn modelId="{6128B5D6-45DD-49AA-9941-7DAB634B3A05}" type="presOf" srcId="{744487D3-AD5C-473F-BA36-7B58EAD0B6DD}" destId="{D9A58D53-6A5E-4C87-BD12-4730D111FB5C}" srcOrd="0" destOrd="0" presId="urn:microsoft.com/office/officeart/2008/layout/NameandTitleOrganizationalChart"/>
    <dgm:cxn modelId="{F93AD5DE-5675-4733-8AEB-208F4CAFFAEE}" srcId="{F472552F-C649-485C-AF85-0BE7D443709D}" destId="{CA2445B8-D78D-4EDF-8288-AF106EA7677A}" srcOrd="2" destOrd="0" parTransId="{1FAB58A7-0D40-46C6-AFC7-50D05132BF0C}" sibTransId="{797C030E-223F-4D6B-A860-F89BA234BE8C}"/>
    <dgm:cxn modelId="{653960F9-EA1C-4612-AAA6-7D92D1E493A9}" type="presOf" srcId="{797C030E-223F-4D6B-A860-F89BA234BE8C}" destId="{E9832395-07EA-4AD0-B8B2-6F9CBE3EBDC3}" srcOrd="0" destOrd="0" presId="urn:microsoft.com/office/officeart/2008/layout/NameandTitleOrganizationalChart"/>
    <dgm:cxn modelId="{96800916-2F24-4E3D-8FCE-5FE895614563}" type="presParOf" srcId="{1F8581B9-82B4-453F-95F4-56CCAB479BA0}" destId="{727BB83D-8226-450D-96B9-8EEA8951E108}" srcOrd="0" destOrd="0" presId="urn:microsoft.com/office/officeart/2008/layout/NameandTitleOrganizationalChart"/>
    <dgm:cxn modelId="{5AFA0620-9139-43CF-9215-97DDD516925B}" type="presParOf" srcId="{727BB83D-8226-450D-96B9-8EEA8951E108}" destId="{A1A8D18A-C15E-41A6-89FA-1ACEB6A08992}" srcOrd="0" destOrd="0" presId="urn:microsoft.com/office/officeart/2008/layout/NameandTitleOrganizationalChart"/>
    <dgm:cxn modelId="{E0A761CE-F2A8-495F-8321-B14BA577AB8C}" type="presParOf" srcId="{A1A8D18A-C15E-41A6-89FA-1ACEB6A08992}" destId="{EE83B66C-6CBA-4304-A98B-6AC604D12708}" srcOrd="0" destOrd="0" presId="urn:microsoft.com/office/officeart/2008/layout/NameandTitleOrganizationalChart"/>
    <dgm:cxn modelId="{B007F8A5-190D-4114-837F-8C5F8EFB099C}" type="presParOf" srcId="{A1A8D18A-C15E-41A6-89FA-1ACEB6A08992}" destId="{9A6803EB-5197-424F-99ED-F09DE8E95C86}" srcOrd="1" destOrd="0" presId="urn:microsoft.com/office/officeart/2008/layout/NameandTitleOrganizationalChart"/>
    <dgm:cxn modelId="{8D651DCD-DCBF-487B-8A5D-379B51751F36}" type="presParOf" srcId="{A1A8D18A-C15E-41A6-89FA-1ACEB6A08992}" destId="{4716FFC0-4C55-440F-9AEA-541D714ED44C}" srcOrd="2" destOrd="0" presId="urn:microsoft.com/office/officeart/2008/layout/NameandTitleOrganizationalChart"/>
    <dgm:cxn modelId="{7F19F9CD-A549-498F-8336-B6BBFD2B1C5C}" type="presParOf" srcId="{727BB83D-8226-450D-96B9-8EEA8951E108}" destId="{F2499E38-CD4B-47D0-A177-A23484D887AF}" srcOrd="1" destOrd="0" presId="urn:microsoft.com/office/officeart/2008/layout/NameandTitleOrganizationalChart"/>
    <dgm:cxn modelId="{DF90A3E2-D13E-46E9-89A9-725ACD6C5129}" type="presParOf" srcId="{F2499E38-CD4B-47D0-A177-A23484D887AF}" destId="{2BE47EA9-E990-46C8-8BE7-01F115CC485C}" srcOrd="0" destOrd="0" presId="urn:microsoft.com/office/officeart/2008/layout/NameandTitleOrganizationalChart"/>
    <dgm:cxn modelId="{3965F238-33DA-43F0-A9CD-4681781F76BD}" type="presParOf" srcId="{F2499E38-CD4B-47D0-A177-A23484D887AF}" destId="{49A75E70-588E-4DEA-A1EA-689877A57693}" srcOrd="1" destOrd="0" presId="urn:microsoft.com/office/officeart/2008/layout/NameandTitleOrganizationalChart"/>
    <dgm:cxn modelId="{787E2CE5-D858-48AD-8E44-2BE09CB09FBF}" type="presParOf" srcId="{49A75E70-588E-4DEA-A1EA-689877A57693}" destId="{E08C3E89-5F85-4BC0-BCD9-0077DA40B7A0}" srcOrd="0" destOrd="0" presId="urn:microsoft.com/office/officeart/2008/layout/NameandTitleOrganizationalChart"/>
    <dgm:cxn modelId="{63D8D83A-FC93-448A-B3FA-586755E13DA7}" type="presParOf" srcId="{E08C3E89-5F85-4BC0-BCD9-0077DA40B7A0}" destId="{201343F0-DCE4-4F57-9618-E869192EAF1B}" srcOrd="0" destOrd="0" presId="urn:microsoft.com/office/officeart/2008/layout/NameandTitleOrganizationalChart"/>
    <dgm:cxn modelId="{769EDDAE-4B88-49A4-8DCC-2FA36BEF64CD}" type="presParOf" srcId="{E08C3E89-5F85-4BC0-BCD9-0077DA40B7A0}" destId="{EF0EF510-A32F-48C5-8D0E-6B7BCFCCF15F}" srcOrd="1" destOrd="0" presId="urn:microsoft.com/office/officeart/2008/layout/NameandTitleOrganizationalChart"/>
    <dgm:cxn modelId="{321CEDA9-5346-4C65-8296-BA4C2905EDC4}" type="presParOf" srcId="{E08C3E89-5F85-4BC0-BCD9-0077DA40B7A0}" destId="{EE07BE71-3D1F-414C-906D-FA20D5344823}" srcOrd="2" destOrd="0" presId="urn:microsoft.com/office/officeart/2008/layout/NameandTitleOrganizationalChart"/>
    <dgm:cxn modelId="{3811804F-B5F9-4890-88E6-12E77A908138}" type="presParOf" srcId="{49A75E70-588E-4DEA-A1EA-689877A57693}" destId="{CE98D0FF-714F-478A-B23B-7172341439CC}" srcOrd="1" destOrd="0" presId="urn:microsoft.com/office/officeart/2008/layout/NameandTitleOrganizationalChart"/>
    <dgm:cxn modelId="{3AD0BA00-BC18-4F17-AF5D-888E961B0AB4}" type="presParOf" srcId="{CE98D0FF-714F-478A-B23B-7172341439CC}" destId="{0363F73B-9797-4C72-8F1D-70F1FED5ACE3}" srcOrd="0" destOrd="0" presId="urn:microsoft.com/office/officeart/2008/layout/NameandTitleOrganizationalChart"/>
    <dgm:cxn modelId="{1C5D857E-7119-4FA8-952E-FB7933DFC1E1}" type="presParOf" srcId="{CE98D0FF-714F-478A-B23B-7172341439CC}" destId="{1015D5E2-ACD3-485E-B19A-724AC468E9F8}" srcOrd="1" destOrd="0" presId="urn:microsoft.com/office/officeart/2008/layout/NameandTitleOrganizationalChart"/>
    <dgm:cxn modelId="{DACD7D9E-755B-47CC-B2E5-8574D274C47E}" type="presParOf" srcId="{1015D5E2-ACD3-485E-B19A-724AC468E9F8}" destId="{C3CD281F-1AFD-4415-9006-32E047F99C25}" srcOrd="0" destOrd="0" presId="urn:microsoft.com/office/officeart/2008/layout/NameandTitleOrganizationalChart"/>
    <dgm:cxn modelId="{570B3FDB-8D0F-4F9D-90CF-89098B433542}" type="presParOf" srcId="{C3CD281F-1AFD-4415-9006-32E047F99C25}" destId="{25C66599-74CA-4720-A1CC-B69D9A7BE7C3}" srcOrd="0" destOrd="0" presId="urn:microsoft.com/office/officeart/2008/layout/NameandTitleOrganizationalChart"/>
    <dgm:cxn modelId="{F58A8F5B-67FC-4AA5-8C71-289735DD6E7A}" type="presParOf" srcId="{C3CD281F-1AFD-4415-9006-32E047F99C25}" destId="{5FA88B80-8481-40BE-9C4D-C4A1DFD59B88}" srcOrd="1" destOrd="0" presId="urn:microsoft.com/office/officeart/2008/layout/NameandTitleOrganizationalChart"/>
    <dgm:cxn modelId="{931E3923-7536-4438-BDAF-82EF14692382}" type="presParOf" srcId="{C3CD281F-1AFD-4415-9006-32E047F99C25}" destId="{2AD5DC8A-871B-497D-B697-294286AB6DF4}" srcOrd="2" destOrd="0" presId="urn:microsoft.com/office/officeart/2008/layout/NameandTitleOrganizationalChart"/>
    <dgm:cxn modelId="{CD134DC6-C0DE-4828-936E-3B56B25FB033}" type="presParOf" srcId="{1015D5E2-ACD3-485E-B19A-724AC468E9F8}" destId="{75BBF1D1-202B-4EFE-BB0B-351B5253D238}" srcOrd="1" destOrd="0" presId="urn:microsoft.com/office/officeart/2008/layout/NameandTitleOrganizationalChart"/>
    <dgm:cxn modelId="{F3376BBF-2F90-4A9D-880D-68269E98E0B5}" type="presParOf" srcId="{75BBF1D1-202B-4EFE-BB0B-351B5253D238}" destId="{21E30CF2-5C6B-4B1C-8BEC-D26225FFF5CA}" srcOrd="0" destOrd="0" presId="urn:microsoft.com/office/officeart/2008/layout/NameandTitleOrganizationalChart"/>
    <dgm:cxn modelId="{689035C1-F001-41C0-8D41-9DE344A3F3D6}" type="presParOf" srcId="{75BBF1D1-202B-4EFE-BB0B-351B5253D238}" destId="{53EC81E8-0B02-4F1A-A7D9-39EFB0BE6096}" srcOrd="1" destOrd="0" presId="urn:microsoft.com/office/officeart/2008/layout/NameandTitleOrganizationalChart"/>
    <dgm:cxn modelId="{5AE453B1-A25B-472B-BA3C-40CD2328B4F4}" type="presParOf" srcId="{53EC81E8-0B02-4F1A-A7D9-39EFB0BE6096}" destId="{1F79B2BA-CBE4-4B8E-9255-8ADFCCD45933}" srcOrd="0" destOrd="0" presId="urn:microsoft.com/office/officeart/2008/layout/NameandTitleOrganizationalChart"/>
    <dgm:cxn modelId="{3CA326D9-4B97-426B-8AF7-B33A41025D57}" type="presParOf" srcId="{1F79B2BA-CBE4-4B8E-9255-8ADFCCD45933}" destId="{ACD6892A-ED47-45F4-996A-F5D7D7B496BA}" srcOrd="0" destOrd="0" presId="urn:microsoft.com/office/officeart/2008/layout/NameandTitleOrganizationalChart"/>
    <dgm:cxn modelId="{CF6D068E-812B-4F37-8184-C63A467AF094}" type="presParOf" srcId="{1F79B2BA-CBE4-4B8E-9255-8ADFCCD45933}" destId="{578A5F13-5BB3-457D-A91A-14C1D62107A7}" srcOrd="1" destOrd="0" presId="urn:microsoft.com/office/officeart/2008/layout/NameandTitleOrganizationalChart"/>
    <dgm:cxn modelId="{DF3733A5-1D35-4C1A-AC75-BD746AFDB677}" type="presParOf" srcId="{1F79B2BA-CBE4-4B8E-9255-8ADFCCD45933}" destId="{CBD1C515-0C47-40EB-A608-A5698DAAE02D}" srcOrd="2" destOrd="0" presId="urn:microsoft.com/office/officeart/2008/layout/NameandTitleOrganizationalChart"/>
    <dgm:cxn modelId="{42163CC3-09E0-4F38-B793-641CB04B031A}" type="presParOf" srcId="{53EC81E8-0B02-4F1A-A7D9-39EFB0BE6096}" destId="{5A14D337-59EA-45E0-86F3-E2936CC4D3FB}" srcOrd="1" destOrd="0" presId="urn:microsoft.com/office/officeart/2008/layout/NameandTitleOrganizationalChart"/>
    <dgm:cxn modelId="{6E6C4CCC-D113-4C2F-A355-74AB9611E91E}" type="presParOf" srcId="{5A14D337-59EA-45E0-86F3-E2936CC4D3FB}" destId="{C901284B-56DE-4672-A2EA-993BF8DB217C}" srcOrd="0" destOrd="0" presId="urn:microsoft.com/office/officeart/2008/layout/NameandTitleOrganizationalChart"/>
    <dgm:cxn modelId="{42988BF1-6EF3-412E-AEEA-B9073A61E421}" type="presParOf" srcId="{5A14D337-59EA-45E0-86F3-E2936CC4D3FB}" destId="{2844FE52-A49C-4760-85B0-86058D2396AD}" srcOrd="1" destOrd="0" presId="urn:microsoft.com/office/officeart/2008/layout/NameandTitleOrganizationalChart"/>
    <dgm:cxn modelId="{93828C55-61BD-4FFA-BD82-90C1FF466E6D}" type="presParOf" srcId="{2844FE52-A49C-4760-85B0-86058D2396AD}" destId="{17D8A278-0A11-46FC-BF63-475B30E662A5}" srcOrd="0" destOrd="0" presId="urn:microsoft.com/office/officeart/2008/layout/NameandTitleOrganizationalChart"/>
    <dgm:cxn modelId="{59F431ED-B28E-4A77-8495-F2D0DA094F36}" type="presParOf" srcId="{17D8A278-0A11-46FC-BF63-475B30E662A5}" destId="{1D8AA0BE-21FE-4797-9EB2-CCA75E658EE3}" srcOrd="0" destOrd="0" presId="urn:microsoft.com/office/officeart/2008/layout/NameandTitleOrganizationalChart"/>
    <dgm:cxn modelId="{3B5B32A1-437D-410D-9571-04A138187C5D}" type="presParOf" srcId="{17D8A278-0A11-46FC-BF63-475B30E662A5}" destId="{2DFF51B4-6CD1-419D-9892-15350F7373F7}" srcOrd="1" destOrd="0" presId="urn:microsoft.com/office/officeart/2008/layout/NameandTitleOrganizationalChart"/>
    <dgm:cxn modelId="{4096E411-65CF-4F45-88E1-9E8E6EDFDEE8}" type="presParOf" srcId="{17D8A278-0A11-46FC-BF63-475B30E662A5}" destId="{547CF461-DEAF-4786-86C0-A57B9996F2AE}" srcOrd="2" destOrd="0" presId="urn:microsoft.com/office/officeart/2008/layout/NameandTitleOrganizationalChart"/>
    <dgm:cxn modelId="{4134BFE9-F49C-478F-823F-7AF50CA7C587}" type="presParOf" srcId="{2844FE52-A49C-4760-85B0-86058D2396AD}" destId="{15CFD75D-FADF-4C97-BAA3-150D68FE52ED}" srcOrd="1" destOrd="0" presId="urn:microsoft.com/office/officeart/2008/layout/NameandTitleOrganizationalChart"/>
    <dgm:cxn modelId="{FB9DA923-DD60-4550-BCA2-EE0EA9330FD5}" type="presParOf" srcId="{2844FE52-A49C-4760-85B0-86058D2396AD}" destId="{A82E764E-8E5D-452E-BC4B-EBF13DD8FBD8}" srcOrd="2" destOrd="0" presId="urn:microsoft.com/office/officeart/2008/layout/NameandTitleOrganizationalChart"/>
    <dgm:cxn modelId="{DC57B43C-1DFD-4182-8031-80A0FC9A66E4}" type="presParOf" srcId="{5A14D337-59EA-45E0-86F3-E2936CC4D3FB}" destId="{2D08FF12-F195-4481-8832-64795D88E77E}" srcOrd="2" destOrd="0" presId="urn:microsoft.com/office/officeart/2008/layout/NameandTitleOrganizationalChart"/>
    <dgm:cxn modelId="{B97DAE17-8D5C-4D7A-84D2-70FADD5E1D22}" type="presParOf" srcId="{5A14D337-59EA-45E0-86F3-E2936CC4D3FB}" destId="{6AE806A6-399F-4D2A-B85C-8C8D1A7C728B}" srcOrd="3" destOrd="0" presId="urn:microsoft.com/office/officeart/2008/layout/NameandTitleOrganizationalChart"/>
    <dgm:cxn modelId="{80A4A233-B32D-40C0-81FC-6B026FD1B209}" type="presParOf" srcId="{6AE806A6-399F-4D2A-B85C-8C8D1A7C728B}" destId="{BC1F86A0-83AF-4113-9A0E-0CB9897B28A4}" srcOrd="0" destOrd="0" presId="urn:microsoft.com/office/officeart/2008/layout/NameandTitleOrganizationalChart"/>
    <dgm:cxn modelId="{BFD662C3-99FA-481B-88C4-28AE9781618D}" type="presParOf" srcId="{BC1F86A0-83AF-4113-9A0E-0CB9897B28A4}" destId="{A9D29558-C1B7-44B5-A82A-39DB33EF8CA5}" srcOrd="0" destOrd="0" presId="urn:microsoft.com/office/officeart/2008/layout/NameandTitleOrganizationalChart"/>
    <dgm:cxn modelId="{6D675D71-3A3B-497E-9F6F-2517F97A852A}" type="presParOf" srcId="{BC1F86A0-83AF-4113-9A0E-0CB9897B28A4}" destId="{FEAD1A29-AE3C-4843-B74B-926BCFD949F2}" srcOrd="1" destOrd="0" presId="urn:microsoft.com/office/officeart/2008/layout/NameandTitleOrganizationalChart"/>
    <dgm:cxn modelId="{F64BCE83-DC99-448D-A035-879243C756C3}" type="presParOf" srcId="{BC1F86A0-83AF-4113-9A0E-0CB9897B28A4}" destId="{D38E7BE5-51D3-4BFA-B2F8-879668169AFD}" srcOrd="2" destOrd="0" presId="urn:microsoft.com/office/officeart/2008/layout/NameandTitleOrganizationalChart"/>
    <dgm:cxn modelId="{D263C782-B6F7-4EFD-9902-98C8A2722B4E}" type="presParOf" srcId="{6AE806A6-399F-4D2A-B85C-8C8D1A7C728B}" destId="{8D575896-46DA-422A-804E-4715D2CC9370}" srcOrd="1" destOrd="0" presId="urn:microsoft.com/office/officeart/2008/layout/NameandTitleOrganizationalChart"/>
    <dgm:cxn modelId="{4633E6F9-3766-4EA3-85F2-DDAFFA1CB590}" type="presParOf" srcId="{6AE806A6-399F-4D2A-B85C-8C8D1A7C728B}" destId="{17052CAC-A2D5-4D2A-ADA8-0A5522F017E9}" srcOrd="2" destOrd="0" presId="urn:microsoft.com/office/officeart/2008/layout/NameandTitleOrganizationalChart"/>
    <dgm:cxn modelId="{BD2ED3FB-0149-47CE-9BC7-6478D77704B9}" type="presParOf" srcId="{53EC81E8-0B02-4F1A-A7D9-39EFB0BE6096}" destId="{ED41732A-4E35-4F1C-9C34-53E8DFCE848A}" srcOrd="2" destOrd="0" presId="urn:microsoft.com/office/officeart/2008/layout/NameandTitleOrganizationalChart"/>
    <dgm:cxn modelId="{A5AE2305-5892-48C5-B9A0-BEA7FC39B121}" type="presParOf" srcId="{75BBF1D1-202B-4EFE-BB0B-351B5253D238}" destId="{722BFA1F-D8BF-4610-A0B5-5FE91AE3DE63}" srcOrd="2" destOrd="0" presId="urn:microsoft.com/office/officeart/2008/layout/NameandTitleOrganizationalChart"/>
    <dgm:cxn modelId="{2BA54EA3-57FA-4DBC-A8B1-7A5183937C49}" type="presParOf" srcId="{75BBF1D1-202B-4EFE-BB0B-351B5253D238}" destId="{404F1D2C-412B-4702-AAFE-0D58393445D1}" srcOrd="3" destOrd="0" presId="urn:microsoft.com/office/officeart/2008/layout/NameandTitleOrganizationalChart"/>
    <dgm:cxn modelId="{58BD1714-6C4E-43FC-A134-BD3C2E4A09C5}" type="presParOf" srcId="{404F1D2C-412B-4702-AAFE-0D58393445D1}" destId="{6243D8F1-DE94-4EC2-B3C2-7DFD93FAAED8}" srcOrd="0" destOrd="0" presId="urn:microsoft.com/office/officeart/2008/layout/NameandTitleOrganizationalChart"/>
    <dgm:cxn modelId="{C9CC7D95-D75F-450E-8E08-0FC6A2452D08}" type="presParOf" srcId="{6243D8F1-DE94-4EC2-B3C2-7DFD93FAAED8}" destId="{88917CEA-5323-4064-8B18-116B832E92DA}" srcOrd="0" destOrd="0" presId="urn:microsoft.com/office/officeart/2008/layout/NameandTitleOrganizationalChart"/>
    <dgm:cxn modelId="{62A599F5-2A11-4798-8AB4-2B1FB6AC31B9}" type="presParOf" srcId="{6243D8F1-DE94-4EC2-B3C2-7DFD93FAAED8}" destId="{122C1A47-DFB4-4818-BF68-FA6C92F1DE42}" srcOrd="1" destOrd="0" presId="urn:microsoft.com/office/officeart/2008/layout/NameandTitleOrganizationalChart"/>
    <dgm:cxn modelId="{7EE410C8-CF2C-40B7-91D0-51D0482398AE}" type="presParOf" srcId="{6243D8F1-DE94-4EC2-B3C2-7DFD93FAAED8}" destId="{8A179511-EAFF-4588-BBBE-B7FFA2F5EDD0}" srcOrd="2" destOrd="0" presId="urn:microsoft.com/office/officeart/2008/layout/NameandTitleOrganizationalChart"/>
    <dgm:cxn modelId="{7328175F-C524-49B2-9ED2-FC781DF85034}" type="presParOf" srcId="{404F1D2C-412B-4702-AAFE-0D58393445D1}" destId="{0E8BAE54-F020-4525-A76A-2469EF4C4A6F}" srcOrd="1" destOrd="0" presId="urn:microsoft.com/office/officeart/2008/layout/NameandTitleOrganizationalChart"/>
    <dgm:cxn modelId="{960440A3-88B8-407C-B411-5E1D9E02F866}" type="presParOf" srcId="{404F1D2C-412B-4702-AAFE-0D58393445D1}" destId="{6709593C-C261-484C-92A4-CF447B7D2D45}" srcOrd="2" destOrd="0" presId="urn:microsoft.com/office/officeart/2008/layout/NameandTitleOrganizationalChart"/>
    <dgm:cxn modelId="{FF7D9E90-0C5B-4B60-9D17-DD37952F5E9E}" type="presParOf" srcId="{75BBF1D1-202B-4EFE-BB0B-351B5253D238}" destId="{4950F489-9DA2-43F0-A38F-5824E87778F3}" srcOrd="4" destOrd="0" presId="urn:microsoft.com/office/officeart/2008/layout/NameandTitleOrganizationalChart"/>
    <dgm:cxn modelId="{D2030D79-58ED-4481-A32C-82DA56D0D1F3}" type="presParOf" srcId="{75BBF1D1-202B-4EFE-BB0B-351B5253D238}" destId="{9473BCE7-DC46-4720-BD35-BA5400F3FDE2}" srcOrd="5" destOrd="0" presId="urn:microsoft.com/office/officeart/2008/layout/NameandTitleOrganizationalChart"/>
    <dgm:cxn modelId="{1CE02554-2ADE-4222-882A-BE910B8201C3}" type="presParOf" srcId="{9473BCE7-DC46-4720-BD35-BA5400F3FDE2}" destId="{03119A66-0236-4AFE-BC7B-73F2F247C225}" srcOrd="0" destOrd="0" presId="urn:microsoft.com/office/officeart/2008/layout/NameandTitleOrganizationalChart"/>
    <dgm:cxn modelId="{3357170A-D123-4FC5-8EB9-55BC791A727E}" type="presParOf" srcId="{03119A66-0236-4AFE-BC7B-73F2F247C225}" destId="{33B2F770-E756-4D42-8B72-8D840040A8C3}" srcOrd="0" destOrd="0" presId="urn:microsoft.com/office/officeart/2008/layout/NameandTitleOrganizationalChart"/>
    <dgm:cxn modelId="{77FB1652-31E4-4071-AC35-131EDB834214}" type="presParOf" srcId="{03119A66-0236-4AFE-BC7B-73F2F247C225}" destId="{E9832395-07EA-4AD0-B8B2-6F9CBE3EBDC3}" srcOrd="1" destOrd="0" presId="urn:microsoft.com/office/officeart/2008/layout/NameandTitleOrganizationalChart"/>
    <dgm:cxn modelId="{6F75A22B-0EA0-48AB-A8BC-59D2394CBD34}" type="presParOf" srcId="{03119A66-0236-4AFE-BC7B-73F2F247C225}" destId="{1B7C15CE-D3A9-43B7-B81E-C7AED27B1CCE}" srcOrd="2" destOrd="0" presId="urn:microsoft.com/office/officeart/2008/layout/NameandTitleOrganizationalChart"/>
    <dgm:cxn modelId="{FC91F5F6-FEE0-4A0B-8B84-DDA4D0FA6B4C}" type="presParOf" srcId="{9473BCE7-DC46-4720-BD35-BA5400F3FDE2}" destId="{0E7B9328-A65C-4FA1-B1CA-A63EBA53BAE6}" srcOrd="1" destOrd="0" presId="urn:microsoft.com/office/officeart/2008/layout/NameandTitleOrganizationalChart"/>
    <dgm:cxn modelId="{75A33565-86F1-465D-9A57-9F72FDBA2E0A}" type="presParOf" srcId="{9473BCE7-DC46-4720-BD35-BA5400F3FDE2}" destId="{D3092583-E00C-4180-A157-C46A79F1BA44}" srcOrd="2" destOrd="0" presId="urn:microsoft.com/office/officeart/2008/layout/NameandTitleOrganizationalChart"/>
    <dgm:cxn modelId="{BE109092-0728-4655-93F3-AF182705D209}" type="presParOf" srcId="{75BBF1D1-202B-4EFE-BB0B-351B5253D238}" destId="{6D68E049-BB37-49F2-8F5E-2115912BF808}" srcOrd="6" destOrd="0" presId="urn:microsoft.com/office/officeart/2008/layout/NameandTitleOrganizationalChart"/>
    <dgm:cxn modelId="{3A2C2903-079E-4A22-806A-DF5822018415}" type="presParOf" srcId="{75BBF1D1-202B-4EFE-BB0B-351B5253D238}" destId="{D0E80033-9A1D-4D3E-BB57-1065AE4202BB}" srcOrd="7" destOrd="0" presId="urn:microsoft.com/office/officeart/2008/layout/NameandTitleOrganizationalChart"/>
    <dgm:cxn modelId="{3F5473EB-AB0B-4591-980A-F4DEC5E34BB7}" type="presParOf" srcId="{D0E80033-9A1D-4D3E-BB57-1065AE4202BB}" destId="{572AD4DE-296B-40A9-A1D5-461D12F94ECB}" srcOrd="0" destOrd="0" presId="urn:microsoft.com/office/officeart/2008/layout/NameandTitleOrganizationalChart"/>
    <dgm:cxn modelId="{94DFA9D4-E117-4397-95A1-F644DA83FE8F}" type="presParOf" srcId="{572AD4DE-296B-40A9-A1D5-461D12F94ECB}" destId="{F9678508-A9E2-4FCF-91E2-E75079D1E43F}" srcOrd="0" destOrd="0" presId="urn:microsoft.com/office/officeart/2008/layout/NameandTitleOrganizationalChart"/>
    <dgm:cxn modelId="{B5405838-EDFE-46A6-9DD7-CFB0872EBEE9}" type="presParOf" srcId="{572AD4DE-296B-40A9-A1D5-461D12F94ECB}" destId="{D9A58D53-6A5E-4C87-BD12-4730D111FB5C}" srcOrd="1" destOrd="0" presId="urn:microsoft.com/office/officeart/2008/layout/NameandTitleOrganizationalChart"/>
    <dgm:cxn modelId="{B1FD87D6-D469-4305-80C5-81D28B052BED}" type="presParOf" srcId="{572AD4DE-296B-40A9-A1D5-461D12F94ECB}" destId="{74C37624-ACEF-439C-BF18-A8840528CFEA}" srcOrd="2" destOrd="0" presId="urn:microsoft.com/office/officeart/2008/layout/NameandTitleOrganizationalChart"/>
    <dgm:cxn modelId="{67C55176-F808-49A4-BE95-CD29C6A4F4BA}" type="presParOf" srcId="{D0E80033-9A1D-4D3E-BB57-1065AE4202BB}" destId="{79AAEB8B-CA34-4039-B334-EB72ED800773}" srcOrd="1" destOrd="0" presId="urn:microsoft.com/office/officeart/2008/layout/NameandTitleOrganizationalChart"/>
    <dgm:cxn modelId="{F459AF7C-37EA-480E-8318-4F20A5D8432A}" type="presParOf" srcId="{D0E80033-9A1D-4D3E-BB57-1065AE4202BB}" destId="{6445090D-3565-4425-B663-9F85409C1DB2}" srcOrd="2" destOrd="0" presId="urn:microsoft.com/office/officeart/2008/layout/NameandTitleOrganizationalChart"/>
    <dgm:cxn modelId="{7771B33E-37CB-4511-BC7C-E32B98F5F640}" type="presParOf" srcId="{1015D5E2-ACD3-485E-B19A-724AC468E9F8}" destId="{0E79C23D-33E2-4247-9EA1-C5E47F43F0C8}" srcOrd="2" destOrd="0" presId="urn:microsoft.com/office/officeart/2008/layout/NameandTitleOrganizationalChart"/>
    <dgm:cxn modelId="{67CDD56B-2E0B-4370-8C08-8965152EB506}" type="presParOf" srcId="{49A75E70-588E-4DEA-A1EA-689877A57693}" destId="{97B60F48-0AD8-4D15-815C-EE8BD1AFF167}" srcOrd="2" destOrd="0" presId="urn:microsoft.com/office/officeart/2008/layout/NameandTitleOrganizationalChart"/>
    <dgm:cxn modelId="{FE6A583B-625D-4392-ABC7-550CCE333B2F}" type="presParOf" srcId="{727BB83D-8226-450D-96B9-8EEA8951E108}" destId="{FD63FAAB-B1F7-43DB-A4B7-D1BE3C3FF08A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7594EC-F938-451E-B01A-7CE0A1F72C0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3ADD6D06-710C-48C7-B102-D172CA82DF95}">
      <dgm:prSet phldrT="[Text]" custT="1"/>
      <dgm:spPr/>
      <dgm:t>
        <a:bodyPr/>
        <a:lstStyle/>
        <a:p>
          <a:r>
            <a:rPr lang="sv-SE" sz="1000" err="1"/>
            <a:t>Scope</a:t>
          </a:r>
          <a:endParaRPr lang="sv-SE" sz="1000"/>
        </a:p>
      </dgm:t>
    </dgm:pt>
    <dgm:pt modelId="{1B9F6D51-61C1-4A4A-8430-478DA26A6266}" type="parTrans" cxnId="{A9D1255A-C33E-4E74-BDE8-24B08EC20061}">
      <dgm:prSet/>
      <dgm:spPr/>
      <dgm:t>
        <a:bodyPr/>
        <a:lstStyle/>
        <a:p>
          <a:endParaRPr lang="sv-SE" sz="1000"/>
        </a:p>
      </dgm:t>
    </dgm:pt>
    <dgm:pt modelId="{A07D9868-8611-4CB5-8F1B-69BE0F898474}" type="sibTrans" cxnId="{A9D1255A-C33E-4E74-BDE8-24B08EC20061}">
      <dgm:prSet custT="1"/>
      <dgm:spPr/>
      <dgm:t>
        <a:bodyPr/>
        <a:lstStyle/>
        <a:p>
          <a:endParaRPr lang="en-US"/>
        </a:p>
      </dgm:t>
    </dgm:pt>
    <dgm:pt modelId="{866528F5-19B7-47AA-9D67-244D0EC62E37}">
      <dgm:prSet phldrT="[Text]" custT="1"/>
      <dgm:spPr/>
      <dgm:t>
        <a:bodyPr/>
        <a:lstStyle/>
        <a:p>
          <a:r>
            <a:rPr lang="sv-SE" sz="1000" dirty="0"/>
            <a:t>Area 1: Data Extraction</a:t>
          </a:r>
        </a:p>
      </dgm:t>
    </dgm:pt>
    <dgm:pt modelId="{4ECBFDCF-26F9-4DA2-8E3D-E7FB18985692}" type="parTrans" cxnId="{C2DBCD66-EF0F-408A-96FC-EB10FF3C685D}">
      <dgm:prSet/>
      <dgm:spPr/>
      <dgm:t>
        <a:bodyPr/>
        <a:lstStyle/>
        <a:p>
          <a:endParaRPr lang="sv-SE" sz="1000"/>
        </a:p>
      </dgm:t>
    </dgm:pt>
    <dgm:pt modelId="{7CE0B989-7A43-4F4A-B835-A7D08E0FBE63}" type="sibTrans" cxnId="{C2DBCD66-EF0F-408A-96FC-EB10FF3C685D}">
      <dgm:prSet custT="1"/>
      <dgm:spPr/>
      <dgm:t>
        <a:bodyPr/>
        <a:lstStyle/>
        <a:p>
          <a:endParaRPr lang="en-US"/>
        </a:p>
      </dgm:t>
    </dgm:pt>
    <dgm:pt modelId="{1229778D-333A-4B8E-A12B-DFA008F617BC}">
      <dgm:prSet phldrT="[Text]" custT="1"/>
      <dgm:spPr/>
      <dgm:t>
        <a:bodyPr/>
        <a:lstStyle/>
        <a:p>
          <a:r>
            <a:rPr lang="sv-SE" sz="1000" dirty="0"/>
            <a:t>Area 2: Data Cleaning &amp; Standardization</a:t>
          </a:r>
        </a:p>
      </dgm:t>
    </dgm:pt>
    <dgm:pt modelId="{25AF0927-150B-400F-8FEC-DDB40F3B479A}" type="parTrans" cxnId="{C44E74B8-BFAA-4287-9072-1EEB075BA8F8}">
      <dgm:prSet/>
      <dgm:spPr/>
      <dgm:t>
        <a:bodyPr/>
        <a:lstStyle/>
        <a:p>
          <a:endParaRPr lang="sv-SE" sz="1000"/>
        </a:p>
      </dgm:t>
    </dgm:pt>
    <dgm:pt modelId="{DC5E104E-70C7-448D-B63C-F4780B7C9A0A}" type="sibTrans" cxnId="{C44E74B8-BFAA-4287-9072-1EEB075BA8F8}">
      <dgm:prSet custT="1"/>
      <dgm:spPr/>
      <dgm:t>
        <a:bodyPr/>
        <a:lstStyle/>
        <a:p>
          <a:endParaRPr lang="en-US"/>
        </a:p>
      </dgm:t>
    </dgm:pt>
    <dgm:pt modelId="{CA2445B8-D78D-4EDF-8288-AF106EA7677A}">
      <dgm:prSet phldrT="[Text]" custT="1"/>
      <dgm:spPr/>
      <dgm:t>
        <a:bodyPr/>
        <a:lstStyle/>
        <a:p>
          <a:r>
            <a:rPr lang="sv-SE" sz="1000" dirty="0"/>
            <a:t>Area 3: Repoirting &amp; Handover</a:t>
          </a:r>
        </a:p>
      </dgm:t>
    </dgm:pt>
    <dgm:pt modelId="{1FAB58A7-0D40-46C6-AFC7-50D05132BF0C}" type="parTrans" cxnId="{F93AD5DE-5675-4733-8AEB-208F4CAFFAEE}">
      <dgm:prSet/>
      <dgm:spPr/>
      <dgm:t>
        <a:bodyPr/>
        <a:lstStyle/>
        <a:p>
          <a:endParaRPr lang="sv-SE" sz="1000"/>
        </a:p>
      </dgm:t>
    </dgm:pt>
    <dgm:pt modelId="{797C030E-223F-4D6B-A860-F89BA234BE8C}" type="sibTrans" cxnId="{F93AD5DE-5675-4733-8AEB-208F4CAFFAEE}">
      <dgm:prSet/>
      <dgm:spPr/>
      <dgm:t>
        <a:bodyPr/>
        <a:lstStyle/>
        <a:p>
          <a:endParaRPr lang="sv-SE" sz="1000"/>
        </a:p>
      </dgm:t>
    </dgm:pt>
    <dgm:pt modelId="{AC3FA9E8-1220-43DE-9802-5367F8AE5156}">
      <dgm:prSet phldrT="[Text]" custT="1"/>
      <dgm:spPr/>
      <dgm:t>
        <a:bodyPr/>
        <a:lstStyle/>
        <a:p>
          <a:r>
            <a:rPr lang="sv-SE" sz="1000" dirty="0"/>
            <a:t>WP1.1 – Retrieve meter data from Building A</a:t>
          </a:r>
        </a:p>
      </dgm:t>
    </dgm:pt>
    <dgm:pt modelId="{672EE0EC-0DCD-4E78-9197-33AC5BDA5E32}" type="parTrans" cxnId="{59FDC685-112B-41DB-8665-FBE892097E8E}">
      <dgm:prSet/>
      <dgm:spPr/>
      <dgm:t>
        <a:bodyPr/>
        <a:lstStyle/>
        <a:p>
          <a:endParaRPr lang="sv-SE" sz="1000"/>
        </a:p>
      </dgm:t>
    </dgm:pt>
    <dgm:pt modelId="{958C387C-6BE2-430A-9BB8-5DF4A6F6B592}" type="sibTrans" cxnId="{59FDC685-112B-41DB-8665-FBE892097E8E}">
      <dgm:prSet/>
      <dgm:spPr/>
      <dgm:t>
        <a:bodyPr/>
        <a:lstStyle/>
        <a:p>
          <a:endParaRPr lang="sv-SE" sz="1000"/>
        </a:p>
      </dgm:t>
    </dgm:pt>
    <dgm:pt modelId="{D833C48F-C7FB-4BA9-A777-5D061AF4397D}">
      <dgm:prSet phldrT="[Text]" custT="1"/>
      <dgm:spPr/>
      <dgm:t>
        <a:bodyPr/>
        <a:lstStyle/>
        <a:p>
          <a:r>
            <a:rPr lang="sv-SE" sz="1000" dirty="0"/>
            <a:t>WP1.2 – Retrieve meter data from Building B</a:t>
          </a:r>
        </a:p>
      </dgm:t>
    </dgm:pt>
    <dgm:pt modelId="{4C1763FF-C008-4177-833E-7BF73DD3A8E9}" type="parTrans" cxnId="{D7B2CA53-A10D-45B4-8227-E4556614A7B6}">
      <dgm:prSet/>
      <dgm:spPr/>
      <dgm:t>
        <a:bodyPr/>
        <a:lstStyle/>
        <a:p>
          <a:endParaRPr lang="sv-SE" sz="1000"/>
        </a:p>
      </dgm:t>
    </dgm:pt>
    <dgm:pt modelId="{0F529ADE-EBAE-44DE-933C-C19E4197F6C0}" type="sibTrans" cxnId="{D7B2CA53-A10D-45B4-8227-E4556614A7B6}">
      <dgm:prSet/>
      <dgm:spPr/>
      <dgm:t>
        <a:bodyPr/>
        <a:lstStyle/>
        <a:p>
          <a:endParaRPr lang="sv-SE" sz="1000"/>
        </a:p>
      </dgm:t>
    </dgm:pt>
    <dgm:pt modelId="{4E184F5A-A754-49CD-9DB7-189E05CF87AD}">
      <dgm:prSet phldrT="[Text]" custT="1"/>
      <dgm:spPr/>
      <dgm:t>
        <a:bodyPr/>
        <a:lstStyle/>
        <a:p>
          <a:r>
            <a:rPr lang="sv-SE" sz="1000" dirty="0"/>
            <a:t>WP2.1 – Combine datasets into a unified format</a:t>
          </a:r>
        </a:p>
      </dgm:t>
    </dgm:pt>
    <dgm:pt modelId="{1FAF1ADB-3684-4FC9-BB55-C01B7C0660DC}" type="parTrans" cxnId="{E5F0A93F-A664-4FCE-9B0A-09F144085EFD}">
      <dgm:prSet/>
      <dgm:spPr/>
      <dgm:t>
        <a:bodyPr/>
        <a:lstStyle/>
        <a:p>
          <a:endParaRPr lang="sv-SE" sz="1000"/>
        </a:p>
      </dgm:t>
    </dgm:pt>
    <dgm:pt modelId="{378656C3-B16A-4E8D-A0EB-90B09104987B}" type="sibTrans" cxnId="{E5F0A93F-A664-4FCE-9B0A-09F144085EFD}">
      <dgm:prSet/>
      <dgm:spPr/>
      <dgm:t>
        <a:bodyPr/>
        <a:lstStyle/>
        <a:p>
          <a:endParaRPr lang="sv-SE" sz="1000"/>
        </a:p>
      </dgm:t>
    </dgm:pt>
    <dgm:pt modelId="{7C479E40-494A-48DE-8275-3AD282EAFD95}">
      <dgm:prSet phldrT="[Text]" custT="1"/>
      <dgm:spPr/>
      <dgm:t>
        <a:bodyPr/>
        <a:lstStyle/>
        <a:p>
          <a:r>
            <a:rPr lang="sv-SE" sz="1000" dirty="0"/>
            <a:t>WP2.2 – Remove duplicates and fill misssing values</a:t>
          </a:r>
        </a:p>
      </dgm:t>
    </dgm:pt>
    <dgm:pt modelId="{8D0264B3-5611-406A-AECB-7135A1AADA33}" type="parTrans" cxnId="{5E71A8A7-90D1-4BC8-837E-88398FCFDE51}">
      <dgm:prSet/>
      <dgm:spPr/>
      <dgm:t>
        <a:bodyPr/>
        <a:lstStyle/>
        <a:p>
          <a:endParaRPr lang="sv-SE" sz="1000"/>
        </a:p>
      </dgm:t>
    </dgm:pt>
    <dgm:pt modelId="{A77FDEE7-7FBE-4E8B-892E-243E6C37BD1C}" type="sibTrans" cxnId="{5E71A8A7-90D1-4BC8-837E-88398FCFDE51}">
      <dgm:prSet/>
      <dgm:spPr/>
      <dgm:t>
        <a:bodyPr/>
        <a:lstStyle/>
        <a:p>
          <a:endParaRPr lang="sv-SE" sz="1000"/>
        </a:p>
      </dgm:t>
    </dgm:pt>
    <dgm:pt modelId="{7AE47E78-1DAE-4D71-AF59-D1DDE36FCE40}">
      <dgm:prSet phldrT="[Text]" custT="1"/>
      <dgm:spPr/>
      <dgm:t>
        <a:bodyPr/>
        <a:lstStyle/>
        <a:p>
          <a:r>
            <a:rPr lang="sv-SE" sz="1000" dirty="0"/>
            <a:t>WP3.1 – Create monthly energy summary report</a:t>
          </a:r>
        </a:p>
      </dgm:t>
    </dgm:pt>
    <dgm:pt modelId="{E8B7A327-D110-47A1-8C64-71A273905DFD}" type="parTrans" cxnId="{064544C1-0782-46F5-BDA0-BCBF8E86DD72}">
      <dgm:prSet/>
      <dgm:spPr/>
      <dgm:t>
        <a:bodyPr/>
        <a:lstStyle/>
        <a:p>
          <a:endParaRPr lang="sv-SE" sz="1000"/>
        </a:p>
      </dgm:t>
    </dgm:pt>
    <dgm:pt modelId="{6A72891C-A0BC-43B1-9C3E-1DF06D1C969C}" type="sibTrans" cxnId="{064544C1-0782-46F5-BDA0-BCBF8E86DD72}">
      <dgm:prSet/>
      <dgm:spPr/>
      <dgm:t>
        <a:bodyPr/>
        <a:lstStyle/>
        <a:p>
          <a:endParaRPr lang="sv-SE" sz="1000"/>
        </a:p>
      </dgm:t>
    </dgm:pt>
    <dgm:pt modelId="{753954C7-0796-455E-A510-20A94F96B145}">
      <dgm:prSet phldrT="[Text]" custT="1"/>
      <dgm:spPr/>
      <dgm:t>
        <a:bodyPr/>
        <a:lstStyle/>
        <a:p>
          <a:r>
            <a:rPr lang="sv-SE" sz="1000" dirty="0"/>
            <a:t>WP3.2 – Prepare clean dataset package</a:t>
          </a:r>
        </a:p>
      </dgm:t>
    </dgm:pt>
    <dgm:pt modelId="{8258579E-CA4F-4644-A961-68683F8E595B}" type="parTrans" cxnId="{49D3F6F8-631A-411E-8328-7304F0855583}">
      <dgm:prSet/>
      <dgm:spPr/>
      <dgm:t>
        <a:bodyPr/>
        <a:lstStyle/>
        <a:p>
          <a:endParaRPr lang="sv-SE" sz="1000"/>
        </a:p>
      </dgm:t>
    </dgm:pt>
    <dgm:pt modelId="{FA6527BD-19DA-459F-AC5E-F7892F20945B}" type="sibTrans" cxnId="{49D3F6F8-631A-411E-8328-7304F0855583}">
      <dgm:prSet/>
      <dgm:spPr/>
      <dgm:t>
        <a:bodyPr/>
        <a:lstStyle/>
        <a:p>
          <a:endParaRPr lang="sv-SE" sz="1000"/>
        </a:p>
      </dgm:t>
    </dgm:pt>
    <dgm:pt modelId="{F9716308-EBCF-49D4-8983-FE3D4285F0A8}">
      <dgm:prSet custT="1"/>
      <dgm:spPr/>
      <dgm:t>
        <a:bodyPr/>
        <a:lstStyle/>
        <a:p>
          <a:r>
            <a:rPr lang="sv-SE" sz="10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WP1.3 – Retrieve meter data from Building C</a:t>
          </a:r>
        </a:p>
      </dgm:t>
    </dgm:pt>
    <dgm:pt modelId="{E360C3DF-0FE7-4C5C-9643-DDCF09B9FC53}" type="parTrans" cxnId="{FE5BC369-9F92-4F1A-B0E1-1BA9CDA130CC}">
      <dgm:prSet/>
      <dgm:spPr/>
      <dgm:t>
        <a:bodyPr/>
        <a:lstStyle/>
        <a:p>
          <a:endParaRPr lang="en-US"/>
        </a:p>
      </dgm:t>
    </dgm:pt>
    <dgm:pt modelId="{713DE172-AE9B-4897-B565-BD1ADAF9D562}" type="sibTrans" cxnId="{FE5BC369-9F92-4F1A-B0E1-1BA9CDA130CC}">
      <dgm:prSet/>
      <dgm:spPr/>
      <dgm:t>
        <a:bodyPr/>
        <a:lstStyle/>
        <a:p>
          <a:endParaRPr lang="en-US"/>
        </a:p>
      </dgm:t>
    </dgm:pt>
    <dgm:pt modelId="{7952CC85-EA78-40BC-BCD1-C15325417E3C}">
      <dgm:prSet phldrT="[Text]" custT="1"/>
      <dgm:spPr/>
      <dgm:t>
        <a:bodyPr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WP2.3 – Validate consumption values with Energy Team</a:t>
          </a:r>
        </a:p>
      </dgm:t>
    </dgm:pt>
    <dgm:pt modelId="{B257A1FA-A7A4-4EAD-AA49-42354D3AB5C5}" type="parTrans" cxnId="{2E910C59-F03E-4D83-9E3A-701E036A9074}">
      <dgm:prSet/>
      <dgm:spPr/>
      <dgm:t>
        <a:bodyPr/>
        <a:lstStyle/>
        <a:p>
          <a:endParaRPr lang="en-US"/>
        </a:p>
      </dgm:t>
    </dgm:pt>
    <dgm:pt modelId="{5A1370CB-EFC0-4B57-8E5C-A485ACEC1697}" type="sibTrans" cxnId="{2E910C59-F03E-4D83-9E3A-701E036A9074}">
      <dgm:prSet/>
      <dgm:spPr/>
      <dgm:t>
        <a:bodyPr/>
        <a:lstStyle/>
        <a:p>
          <a:endParaRPr lang="en-US"/>
        </a:p>
      </dgm:t>
    </dgm:pt>
    <dgm:pt modelId="{3123AC17-E859-4BE7-BBCC-7D9B2F2B1EA7}">
      <dgm:prSet phldrT="[Text]" custT="1"/>
      <dgm:spPr/>
      <dgm:t>
        <a:bodyPr/>
        <a:lstStyle/>
        <a:p>
          <a:r>
            <a:rPr lang="sv-SE" sz="10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WP3.3 – Handover to Energy Operations Team</a:t>
          </a:r>
        </a:p>
      </dgm:t>
    </dgm:pt>
    <dgm:pt modelId="{A130962C-5A27-4CE5-B305-5DE2C7E95560}" type="parTrans" cxnId="{9948B3E2-B295-460F-9959-2B56A95B3794}">
      <dgm:prSet/>
      <dgm:spPr/>
      <dgm:t>
        <a:bodyPr/>
        <a:lstStyle/>
        <a:p>
          <a:endParaRPr lang="en-US"/>
        </a:p>
      </dgm:t>
    </dgm:pt>
    <dgm:pt modelId="{583CD1FD-C183-43BA-8D1B-7FB8D87FCF85}" type="sibTrans" cxnId="{9948B3E2-B295-460F-9959-2B56A95B3794}">
      <dgm:prSet/>
      <dgm:spPr/>
      <dgm:t>
        <a:bodyPr/>
        <a:lstStyle/>
        <a:p>
          <a:endParaRPr lang="en-US"/>
        </a:p>
      </dgm:t>
    </dgm:pt>
    <dgm:pt modelId="{5CE2B3C4-1952-46B3-972D-7AE563A1BC8E}" type="pres">
      <dgm:prSet presAssocID="{677594EC-F938-451E-B01A-7CE0A1F72C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62DC8B7-4D32-4C3B-95BE-F9D93983EA6E}" type="pres">
      <dgm:prSet presAssocID="{3ADD6D06-710C-48C7-B102-D172CA82DF95}" presName="hierRoot1" presStyleCnt="0">
        <dgm:presLayoutVars>
          <dgm:hierBranch val="init"/>
        </dgm:presLayoutVars>
      </dgm:prSet>
      <dgm:spPr/>
    </dgm:pt>
    <dgm:pt modelId="{98CA5F5E-1920-4D21-A77D-6B25CD882DB5}" type="pres">
      <dgm:prSet presAssocID="{3ADD6D06-710C-48C7-B102-D172CA82DF95}" presName="rootComposite1" presStyleCnt="0"/>
      <dgm:spPr/>
    </dgm:pt>
    <dgm:pt modelId="{F74EC83F-C9F8-499A-8546-92BA07693360}" type="pres">
      <dgm:prSet presAssocID="{3ADD6D06-710C-48C7-B102-D172CA82DF95}" presName="rootText1" presStyleLbl="node0" presStyleIdx="0" presStyleCnt="1">
        <dgm:presLayoutVars>
          <dgm:chPref val="3"/>
        </dgm:presLayoutVars>
      </dgm:prSet>
      <dgm:spPr/>
    </dgm:pt>
    <dgm:pt modelId="{E22EF1B8-4811-405A-B3F6-B7549F9293C5}" type="pres">
      <dgm:prSet presAssocID="{3ADD6D06-710C-48C7-B102-D172CA82DF95}" presName="rootConnector1" presStyleLbl="node1" presStyleIdx="0" presStyleCnt="0"/>
      <dgm:spPr/>
    </dgm:pt>
    <dgm:pt modelId="{D837C7DE-0172-4302-8150-71547B701579}" type="pres">
      <dgm:prSet presAssocID="{3ADD6D06-710C-48C7-B102-D172CA82DF95}" presName="hierChild2" presStyleCnt="0"/>
      <dgm:spPr/>
    </dgm:pt>
    <dgm:pt modelId="{66E7A307-3D27-4B1E-B04D-1C604354BB37}" type="pres">
      <dgm:prSet presAssocID="{4ECBFDCF-26F9-4DA2-8E3D-E7FB18985692}" presName="Name37" presStyleLbl="parChTrans1D2" presStyleIdx="0" presStyleCnt="3"/>
      <dgm:spPr/>
    </dgm:pt>
    <dgm:pt modelId="{3897618B-9794-4B10-922C-D350ADB42B98}" type="pres">
      <dgm:prSet presAssocID="{866528F5-19B7-47AA-9D67-244D0EC62E37}" presName="hierRoot2" presStyleCnt="0">
        <dgm:presLayoutVars>
          <dgm:hierBranch val="init"/>
        </dgm:presLayoutVars>
      </dgm:prSet>
      <dgm:spPr/>
    </dgm:pt>
    <dgm:pt modelId="{F418A100-C550-417F-8547-FBF32F5C1AD4}" type="pres">
      <dgm:prSet presAssocID="{866528F5-19B7-47AA-9D67-244D0EC62E37}" presName="rootComposite" presStyleCnt="0"/>
      <dgm:spPr/>
    </dgm:pt>
    <dgm:pt modelId="{C0ABFEF3-691C-4FC6-9B59-FAD574A12F95}" type="pres">
      <dgm:prSet presAssocID="{866528F5-19B7-47AA-9D67-244D0EC62E37}" presName="rootText" presStyleLbl="node2" presStyleIdx="0" presStyleCnt="3" custScaleX="115687">
        <dgm:presLayoutVars>
          <dgm:chPref val="3"/>
        </dgm:presLayoutVars>
      </dgm:prSet>
      <dgm:spPr/>
    </dgm:pt>
    <dgm:pt modelId="{D68EDAC6-0A35-4E19-9D45-2EA529489B3B}" type="pres">
      <dgm:prSet presAssocID="{866528F5-19B7-47AA-9D67-244D0EC62E37}" presName="rootConnector" presStyleLbl="node2" presStyleIdx="0" presStyleCnt="3"/>
      <dgm:spPr/>
    </dgm:pt>
    <dgm:pt modelId="{08E8E62D-099D-41BE-86B0-DD631BD88BC2}" type="pres">
      <dgm:prSet presAssocID="{866528F5-19B7-47AA-9D67-244D0EC62E37}" presName="hierChild4" presStyleCnt="0"/>
      <dgm:spPr/>
    </dgm:pt>
    <dgm:pt modelId="{3ADEF103-9121-4212-A33A-BA4D23620DF4}" type="pres">
      <dgm:prSet presAssocID="{672EE0EC-0DCD-4E78-9197-33AC5BDA5E32}" presName="Name37" presStyleLbl="parChTrans1D3" presStyleIdx="0" presStyleCnt="9"/>
      <dgm:spPr/>
    </dgm:pt>
    <dgm:pt modelId="{7113117E-8E81-4122-8966-C8B2C12DA59D}" type="pres">
      <dgm:prSet presAssocID="{AC3FA9E8-1220-43DE-9802-5367F8AE5156}" presName="hierRoot2" presStyleCnt="0">
        <dgm:presLayoutVars>
          <dgm:hierBranch val="init"/>
        </dgm:presLayoutVars>
      </dgm:prSet>
      <dgm:spPr/>
    </dgm:pt>
    <dgm:pt modelId="{9869F387-D33D-404D-8994-FD563D6B8CD2}" type="pres">
      <dgm:prSet presAssocID="{AC3FA9E8-1220-43DE-9802-5367F8AE5156}" presName="rootComposite" presStyleCnt="0"/>
      <dgm:spPr/>
    </dgm:pt>
    <dgm:pt modelId="{2E23AC68-4E89-4DAC-9DBF-4CD7267794CD}" type="pres">
      <dgm:prSet presAssocID="{AC3FA9E8-1220-43DE-9802-5367F8AE5156}" presName="rootText" presStyleLbl="node3" presStyleIdx="0" presStyleCnt="9">
        <dgm:presLayoutVars>
          <dgm:chPref val="3"/>
        </dgm:presLayoutVars>
      </dgm:prSet>
      <dgm:spPr/>
    </dgm:pt>
    <dgm:pt modelId="{31E6B97B-6C76-4B7B-877A-BBFE01CC5C42}" type="pres">
      <dgm:prSet presAssocID="{AC3FA9E8-1220-43DE-9802-5367F8AE5156}" presName="rootConnector" presStyleLbl="node3" presStyleIdx="0" presStyleCnt="9"/>
      <dgm:spPr/>
    </dgm:pt>
    <dgm:pt modelId="{56CE2B7C-26B5-4E6C-9CC0-C3AC60C4813C}" type="pres">
      <dgm:prSet presAssocID="{AC3FA9E8-1220-43DE-9802-5367F8AE5156}" presName="hierChild4" presStyleCnt="0"/>
      <dgm:spPr/>
    </dgm:pt>
    <dgm:pt modelId="{36B59146-9C88-4B04-BCDD-E6D4131F0AEB}" type="pres">
      <dgm:prSet presAssocID="{AC3FA9E8-1220-43DE-9802-5367F8AE5156}" presName="hierChild5" presStyleCnt="0"/>
      <dgm:spPr/>
    </dgm:pt>
    <dgm:pt modelId="{9371388B-BD2F-4327-A9D7-47E3E3D3C6A4}" type="pres">
      <dgm:prSet presAssocID="{4C1763FF-C008-4177-833E-7BF73DD3A8E9}" presName="Name37" presStyleLbl="parChTrans1D3" presStyleIdx="1" presStyleCnt="9"/>
      <dgm:spPr/>
    </dgm:pt>
    <dgm:pt modelId="{4CA35115-2BC5-462A-AA9B-5808FF5AD686}" type="pres">
      <dgm:prSet presAssocID="{D833C48F-C7FB-4BA9-A777-5D061AF4397D}" presName="hierRoot2" presStyleCnt="0">
        <dgm:presLayoutVars>
          <dgm:hierBranch val="init"/>
        </dgm:presLayoutVars>
      </dgm:prSet>
      <dgm:spPr/>
    </dgm:pt>
    <dgm:pt modelId="{FD81C026-93FD-45BE-B9A1-5AC92FE8784E}" type="pres">
      <dgm:prSet presAssocID="{D833C48F-C7FB-4BA9-A777-5D061AF4397D}" presName="rootComposite" presStyleCnt="0"/>
      <dgm:spPr/>
    </dgm:pt>
    <dgm:pt modelId="{3C89B7AC-CE05-4D71-A3AD-2DB7E25EDE97}" type="pres">
      <dgm:prSet presAssocID="{D833C48F-C7FB-4BA9-A777-5D061AF4397D}" presName="rootText" presStyleLbl="node3" presStyleIdx="1" presStyleCnt="9">
        <dgm:presLayoutVars>
          <dgm:chPref val="3"/>
        </dgm:presLayoutVars>
      </dgm:prSet>
      <dgm:spPr/>
    </dgm:pt>
    <dgm:pt modelId="{FDD45623-4259-4B06-9323-D60E5681E960}" type="pres">
      <dgm:prSet presAssocID="{D833C48F-C7FB-4BA9-A777-5D061AF4397D}" presName="rootConnector" presStyleLbl="node3" presStyleIdx="1" presStyleCnt="9"/>
      <dgm:spPr/>
    </dgm:pt>
    <dgm:pt modelId="{53815433-EEB3-4B7E-9636-F295A102042F}" type="pres">
      <dgm:prSet presAssocID="{D833C48F-C7FB-4BA9-A777-5D061AF4397D}" presName="hierChild4" presStyleCnt="0"/>
      <dgm:spPr/>
    </dgm:pt>
    <dgm:pt modelId="{F9D998D9-8B90-4770-8663-5D2D67D8D606}" type="pres">
      <dgm:prSet presAssocID="{D833C48F-C7FB-4BA9-A777-5D061AF4397D}" presName="hierChild5" presStyleCnt="0"/>
      <dgm:spPr/>
    </dgm:pt>
    <dgm:pt modelId="{85AE3004-8A30-4F6B-949B-D6D874ED94C8}" type="pres">
      <dgm:prSet presAssocID="{E360C3DF-0FE7-4C5C-9643-DDCF09B9FC53}" presName="Name37" presStyleLbl="parChTrans1D3" presStyleIdx="2" presStyleCnt="9"/>
      <dgm:spPr/>
    </dgm:pt>
    <dgm:pt modelId="{972FC1D2-33E7-4CD7-83E1-E9DBC92A8C20}" type="pres">
      <dgm:prSet presAssocID="{F9716308-EBCF-49D4-8983-FE3D4285F0A8}" presName="hierRoot2" presStyleCnt="0">
        <dgm:presLayoutVars>
          <dgm:hierBranch val="init"/>
        </dgm:presLayoutVars>
      </dgm:prSet>
      <dgm:spPr/>
    </dgm:pt>
    <dgm:pt modelId="{D4245C91-6B20-4A24-B590-4640FF53B800}" type="pres">
      <dgm:prSet presAssocID="{F9716308-EBCF-49D4-8983-FE3D4285F0A8}" presName="rootComposite" presStyleCnt="0"/>
      <dgm:spPr/>
    </dgm:pt>
    <dgm:pt modelId="{F8647AE9-137C-4E0F-A26F-631391737EAB}" type="pres">
      <dgm:prSet presAssocID="{F9716308-EBCF-49D4-8983-FE3D4285F0A8}" presName="rootText" presStyleLbl="node3" presStyleIdx="2" presStyleCnt="9">
        <dgm:presLayoutVars>
          <dgm:chPref val="3"/>
        </dgm:presLayoutVars>
      </dgm:prSet>
      <dgm:spPr/>
    </dgm:pt>
    <dgm:pt modelId="{7A521BB6-F3AE-43F4-8BB3-07EF2B5EF1F8}" type="pres">
      <dgm:prSet presAssocID="{F9716308-EBCF-49D4-8983-FE3D4285F0A8}" presName="rootConnector" presStyleLbl="node3" presStyleIdx="2" presStyleCnt="9"/>
      <dgm:spPr/>
    </dgm:pt>
    <dgm:pt modelId="{CFEAD5E6-F347-4DC3-AC8B-4C4659023152}" type="pres">
      <dgm:prSet presAssocID="{F9716308-EBCF-49D4-8983-FE3D4285F0A8}" presName="hierChild4" presStyleCnt="0"/>
      <dgm:spPr/>
    </dgm:pt>
    <dgm:pt modelId="{BEF766FC-9D33-449C-A8DD-E712D37BC830}" type="pres">
      <dgm:prSet presAssocID="{F9716308-EBCF-49D4-8983-FE3D4285F0A8}" presName="hierChild5" presStyleCnt="0"/>
      <dgm:spPr/>
    </dgm:pt>
    <dgm:pt modelId="{D627BE2D-5E2A-4214-872C-55322433D2F5}" type="pres">
      <dgm:prSet presAssocID="{866528F5-19B7-47AA-9D67-244D0EC62E37}" presName="hierChild5" presStyleCnt="0"/>
      <dgm:spPr/>
    </dgm:pt>
    <dgm:pt modelId="{1EC59158-EC91-4813-B185-304082BE0A6E}" type="pres">
      <dgm:prSet presAssocID="{25AF0927-150B-400F-8FEC-DDB40F3B479A}" presName="Name37" presStyleLbl="parChTrans1D2" presStyleIdx="1" presStyleCnt="3"/>
      <dgm:spPr/>
    </dgm:pt>
    <dgm:pt modelId="{67C6042A-9C0F-47CA-92E2-6270A01FB641}" type="pres">
      <dgm:prSet presAssocID="{1229778D-333A-4B8E-A12B-DFA008F617BC}" presName="hierRoot2" presStyleCnt="0">
        <dgm:presLayoutVars>
          <dgm:hierBranch val="init"/>
        </dgm:presLayoutVars>
      </dgm:prSet>
      <dgm:spPr/>
    </dgm:pt>
    <dgm:pt modelId="{DE56BD2E-CAEA-4B96-8F10-C0906E35730D}" type="pres">
      <dgm:prSet presAssocID="{1229778D-333A-4B8E-A12B-DFA008F617BC}" presName="rootComposite" presStyleCnt="0"/>
      <dgm:spPr/>
    </dgm:pt>
    <dgm:pt modelId="{C897E831-DC66-4633-99F1-8EB9A77D42A7}" type="pres">
      <dgm:prSet presAssocID="{1229778D-333A-4B8E-A12B-DFA008F617BC}" presName="rootText" presStyleLbl="node2" presStyleIdx="1" presStyleCnt="3" custScaleX="181858">
        <dgm:presLayoutVars>
          <dgm:chPref val="3"/>
        </dgm:presLayoutVars>
      </dgm:prSet>
      <dgm:spPr/>
    </dgm:pt>
    <dgm:pt modelId="{E84E9801-76F9-48A4-AE10-28B131C0AFD9}" type="pres">
      <dgm:prSet presAssocID="{1229778D-333A-4B8E-A12B-DFA008F617BC}" presName="rootConnector" presStyleLbl="node2" presStyleIdx="1" presStyleCnt="3"/>
      <dgm:spPr/>
    </dgm:pt>
    <dgm:pt modelId="{8EF2295D-E592-4C6C-B4E8-5B633AF49890}" type="pres">
      <dgm:prSet presAssocID="{1229778D-333A-4B8E-A12B-DFA008F617BC}" presName="hierChild4" presStyleCnt="0"/>
      <dgm:spPr/>
    </dgm:pt>
    <dgm:pt modelId="{7A0342E6-060C-49A0-A980-31D1AD7FC19E}" type="pres">
      <dgm:prSet presAssocID="{1FAF1ADB-3684-4FC9-BB55-C01B7C0660DC}" presName="Name37" presStyleLbl="parChTrans1D3" presStyleIdx="3" presStyleCnt="9"/>
      <dgm:spPr/>
    </dgm:pt>
    <dgm:pt modelId="{AAD6CA23-A8E9-4225-9CC5-53AC90B7FADF}" type="pres">
      <dgm:prSet presAssocID="{4E184F5A-A754-49CD-9DB7-189E05CF87AD}" presName="hierRoot2" presStyleCnt="0">
        <dgm:presLayoutVars>
          <dgm:hierBranch val="init"/>
        </dgm:presLayoutVars>
      </dgm:prSet>
      <dgm:spPr/>
    </dgm:pt>
    <dgm:pt modelId="{F87BFA06-3E76-42C8-A14B-51738D9738E5}" type="pres">
      <dgm:prSet presAssocID="{4E184F5A-A754-49CD-9DB7-189E05CF87AD}" presName="rootComposite" presStyleCnt="0"/>
      <dgm:spPr/>
    </dgm:pt>
    <dgm:pt modelId="{3141170C-BD63-47E5-A84D-54A69E0A45E4}" type="pres">
      <dgm:prSet presAssocID="{4E184F5A-A754-49CD-9DB7-189E05CF87AD}" presName="rootText" presStyleLbl="node3" presStyleIdx="3" presStyleCnt="9" custScaleX="116516">
        <dgm:presLayoutVars>
          <dgm:chPref val="3"/>
        </dgm:presLayoutVars>
      </dgm:prSet>
      <dgm:spPr/>
    </dgm:pt>
    <dgm:pt modelId="{3CC63232-4FB4-4BCD-9A45-6E0189557EC9}" type="pres">
      <dgm:prSet presAssocID="{4E184F5A-A754-49CD-9DB7-189E05CF87AD}" presName="rootConnector" presStyleLbl="node3" presStyleIdx="3" presStyleCnt="9"/>
      <dgm:spPr/>
    </dgm:pt>
    <dgm:pt modelId="{39289887-13E9-49A2-8DB1-BB365AC8FE6F}" type="pres">
      <dgm:prSet presAssocID="{4E184F5A-A754-49CD-9DB7-189E05CF87AD}" presName="hierChild4" presStyleCnt="0"/>
      <dgm:spPr/>
    </dgm:pt>
    <dgm:pt modelId="{5537AD04-5BD3-4B37-87C4-3240C497A8C6}" type="pres">
      <dgm:prSet presAssocID="{4E184F5A-A754-49CD-9DB7-189E05CF87AD}" presName="hierChild5" presStyleCnt="0"/>
      <dgm:spPr/>
    </dgm:pt>
    <dgm:pt modelId="{1BD02304-4E83-410A-9AE3-F0A910415C95}" type="pres">
      <dgm:prSet presAssocID="{8D0264B3-5611-406A-AECB-7135A1AADA33}" presName="Name37" presStyleLbl="parChTrans1D3" presStyleIdx="4" presStyleCnt="9"/>
      <dgm:spPr/>
    </dgm:pt>
    <dgm:pt modelId="{F1DBAB49-0D2D-4EF8-AE3C-5526A74E983D}" type="pres">
      <dgm:prSet presAssocID="{7C479E40-494A-48DE-8275-3AD282EAFD95}" presName="hierRoot2" presStyleCnt="0">
        <dgm:presLayoutVars>
          <dgm:hierBranch val="init"/>
        </dgm:presLayoutVars>
      </dgm:prSet>
      <dgm:spPr/>
    </dgm:pt>
    <dgm:pt modelId="{A172DFBF-EE53-4739-B502-A68B190FB115}" type="pres">
      <dgm:prSet presAssocID="{7C479E40-494A-48DE-8275-3AD282EAFD95}" presName="rootComposite" presStyleCnt="0"/>
      <dgm:spPr/>
    </dgm:pt>
    <dgm:pt modelId="{7FB38849-711F-4D95-94F8-58958F9F2636}" type="pres">
      <dgm:prSet presAssocID="{7C479E40-494A-48DE-8275-3AD282EAFD95}" presName="rootText" presStyleLbl="node3" presStyleIdx="4" presStyleCnt="9" custScaleX="117827">
        <dgm:presLayoutVars>
          <dgm:chPref val="3"/>
        </dgm:presLayoutVars>
      </dgm:prSet>
      <dgm:spPr/>
    </dgm:pt>
    <dgm:pt modelId="{BF837AC1-E03B-4A46-8394-B1103878A72F}" type="pres">
      <dgm:prSet presAssocID="{7C479E40-494A-48DE-8275-3AD282EAFD95}" presName="rootConnector" presStyleLbl="node3" presStyleIdx="4" presStyleCnt="9"/>
      <dgm:spPr/>
    </dgm:pt>
    <dgm:pt modelId="{9BBE601F-0D65-47B6-B8E1-DC90D267EBD6}" type="pres">
      <dgm:prSet presAssocID="{7C479E40-494A-48DE-8275-3AD282EAFD95}" presName="hierChild4" presStyleCnt="0"/>
      <dgm:spPr/>
    </dgm:pt>
    <dgm:pt modelId="{D24550AF-6CC8-47C2-A806-DDD7C0D5B509}" type="pres">
      <dgm:prSet presAssocID="{7C479E40-494A-48DE-8275-3AD282EAFD95}" presName="hierChild5" presStyleCnt="0"/>
      <dgm:spPr/>
    </dgm:pt>
    <dgm:pt modelId="{F20B3151-1567-4F8D-88D7-CAF10F19F05E}" type="pres">
      <dgm:prSet presAssocID="{B257A1FA-A7A4-4EAD-AA49-42354D3AB5C5}" presName="Name37" presStyleLbl="parChTrans1D3" presStyleIdx="5" presStyleCnt="9"/>
      <dgm:spPr/>
    </dgm:pt>
    <dgm:pt modelId="{EFAE5579-3136-467E-9F94-1B32A55B0B69}" type="pres">
      <dgm:prSet presAssocID="{7952CC85-EA78-40BC-BCD1-C15325417E3C}" presName="hierRoot2" presStyleCnt="0">
        <dgm:presLayoutVars>
          <dgm:hierBranch val="init"/>
        </dgm:presLayoutVars>
      </dgm:prSet>
      <dgm:spPr/>
    </dgm:pt>
    <dgm:pt modelId="{F5B118A1-14BA-46F9-85AE-ABA7634A596D}" type="pres">
      <dgm:prSet presAssocID="{7952CC85-EA78-40BC-BCD1-C15325417E3C}" presName="rootComposite" presStyleCnt="0"/>
      <dgm:spPr/>
    </dgm:pt>
    <dgm:pt modelId="{32A3398C-F83A-489A-A314-754EE910F097}" type="pres">
      <dgm:prSet presAssocID="{7952CC85-EA78-40BC-BCD1-C15325417E3C}" presName="rootText" presStyleLbl="node3" presStyleIdx="5" presStyleCnt="9" custScaleX="117827">
        <dgm:presLayoutVars>
          <dgm:chPref val="3"/>
        </dgm:presLayoutVars>
      </dgm:prSet>
      <dgm:spPr/>
    </dgm:pt>
    <dgm:pt modelId="{FE6C05F6-191C-485F-9C0C-EB30DFBAEA94}" type="pres">
      <dgm:prSet presAssocID="{7952CC85-EA78-40BC-BCD1-C15325417E3C}" presName="rootConnector" presStyleLbl="node3" presStyleIdx="5" presStyleCnt="9"/>
      <dgm:spPr/>
    </dgm:pt>
    <dgm:pt modelId="{F5C1154C-C7F4-4DF6-8304-895522C8A714}" type="pres">
      <dgm:prSet presAssocID="{7952CC85-EA78-40BC-BCD1-C15325417E3C}" presName="hierChild4" presStyleCnt="0"/>
      <dgm:spPr/>
    </dgm:pt>
    <dgm:pt modelId="{E0ED316A-0FFF-40FF-AA84-0739406288D1}" type="pres">
      <dgm:prSet presAssocID="{7952CC85-EA78-40BC-BCD1-C15325417E3C}" presName="hierChild5" presStyleCnt="0"/>
      <dgm:spPr/>
    </dgm:pt>
    <dgm:pt modelId="{DFEA83BE-7728-41C0-A0EC-4A0948C6E5DA}" type="pres">
      <dgm:prSet presAssocID="{1229778D-333A-4B8E-A12B-DFA008F617BC}" presName="hierChild5" presStyleCnt="0"/>
      <dgm:spPr/>
    </dgm:pt>
    <dgm:pt modelId="{8A797A95-0D35-419C-A04F-A6F5B722873D}" type="pres">
      <dgm:prSet presAssocID="{1FAB58A7-0D40-46C6-AFC7-50D05132BF0C}" presName="Name37" presStyleLbl="parChTrans1D2" presStyleIdx="2" presStyleCnt="3"/>
      <dgm:spPr/>
    </dgm:pt>
    <dgm:pt modelId="{A9692E9A-8A92-4896-8FA6-5F0D19615E93}" type="pres">
      <dgm:prSet presAssocID="{CA2445B8-D78D-4EDF-8288-AF106EA7677A}" presName="hierRoot2" presStyleCnt="0">
        <dgm:presLayoutVars>
          <dgm:hierBranch val="init"/>
        </dgm:presLayoutVars>
      </dgm:prSet>
      <dgm:spPr/>
    </dgm:pt>
    <dgm:pt modelId="{ACEDD448-F1E1-4ACF-929E-FF708243030B}" type="pres">
      <dgm:prSet presAssocID="{CA2445B8-D78D-4EDF-8288-AF106EA7677A}" presName="rootComposite" presStyleCnt="0"/>
      <dgm:spPr/>
    </dgm:pt>
    <dgm:pt modelId="{38059F9E-D0A3-47AB-B4A2-23F29BDD51FA}" type="pres">
      <dgm:prSet presAssocID="{CA2445B8-D78D-4EDF-8288-AF106EA7677A}" presName="rootText" presStyleLbl="node2" presStyleIdx="2" presStyleCnt="3" custScaleX="129154">
        <dgm:presLayoutVars>
          <dgm:chPref val="3"/>
        </dgm:presLayoutVars>
      </dgm:prSet>
      <dgm:spPr/>
    </dgm:pt>
    <dgm:pt modelId="{BDEFAEDB-D2EA-419D-86A7-EBAE3CB6929E}" type="pres">
      <dgm:prSet presAssocID="{CA2445B8-D78D-4EDF-8288-AF106EA7677A}" presName="rootConnector" presStyleLbl="node2" presStyleIdx="2" presStyleCnt="3"/>
      <dgm:spPr/>
    </dgm:pt>
    <dgm:pt modelId="{6A3ADE69-8818-4DCC-93FC-F9CD52C37060}" type="pres">
      <dgm:prSet presAssocID="{CA2445B8-D78D-4EDF-8288-AF106EA7677A}" presName="hierChild4" presStyleCnt="0"/>
      <dgm:spPr/>
    </dgm:pt>
    <dgm:pt modelId="{D025F9E5-6A38-4D5D-AEDA-7FA74BD8029F}" type="pres">
      <dgm:prSet presAssocID="{E8B7A327-D110-47A1-8C64-71A273905DFD}" presName="Name37" presStyleLbl="parChTrans1D3" presStyleIdx="6" presStyleCnt="9"/>
      <dgm:spPr/>
    </dgm:pt>
    <dgm:pt modelId="{8AE65F0A-4BD3-4B79-90E6-302FCBEE40B6}" type="pres">
      <dgm:prSet presAssocID="{7AE47E78-1DAE-4D71-AF59-D1DDE36FCE40}" presName="hierRoot2" presStyleCnt="0">
        <dgm:presLayoutVars>
          <dgm:hierBranch val="init"/>
        </dgm:presLayoutVars>
      </dgm:prSet>
      <dgm:spPr/>
    </dgm:pt>
    <dgm:pt modelId="{5273F8BD-66FA-471A-8759-38F0AC68B3C9}" type="pres">
      <dgm:prSet presAssocID="{7AE47E78-1DAE-4D71-AF59-D1DDE36FCE40}" presName="rootComposite" presStyleCnt="0"/>
      <dgm:spPr/>
    </dgm:pt>
    <dgm:pt modelId="{746315B9-AE00-4B23-8934-61B46331F458}" type="pres">
      <dgm:prSet presAssocID="{7AE47E78-1DAE-4D71-AF59-D1DDE36FCE40}" presName="rootText" presStyleLbl="node3" presStyleIdx="6" presStyleCnt="9" custScaleX="117920">
        <dgm:presLayoutVars>
          <dgm:chPref val="3"/>
        </dgm:presLayoutVars>
      </dgm:prSet>
      <dgm:spPr/>
    </dgm:pt>
    <dgm:pt modelId="{16221767-15F0-46E2-BF52-29C741A88365}" type="pres">
      <dgm:prSet presAssocID="{7AE47E78-1DAE-4D71-AF59-D1DDE36FCE40}" presName="rootConnector" presStyleLbl="node3" presStyleIdx="6" presStyleCnt="9"/>
      <dgm:spPr/>
    </dgm:pt>
    <dgm:pt modelId="{B7904D3D-22B3-4FF5-B2E1-18A28EFB1188}" type="pres">
      <dgm:prSet presAssocID="{7AE47E78-1DAE-4D71-AF59-D1DDE36FCE40}" presName="hierChild4" presStyleCnt="0"/>
      <dgm:spPr/>
    </dgm:pt>
    <dgm:pt modelId="{BFC1A8C2-FFD3-48A6-BC49-6784DE79E8D8}" type="pres">
      <dgm:prSet presAssocID="{7AE47E78-1DAE-4D71-AF59-D1DDE36FCE40}" presName="hierChild5" presStyleCnt="0"/>
      <dgm:spPr/>
    </dgm:pt>
    <dgm:pt modelId="{DF147C62-B853-47AB-B04A-7AC656A036C6}" type="pres">
      <dgm:prSet presAssocID="{8258579E-CA4F-4644-A961-68683F8E595B}" presName="Name37" presStyleLbl="parChTrans1D3" presStyleIdx="7" presStyleCnt="9"/>
      <dgm:spPr/>
    </dgm:pt>
    <dgm:pt modelId="{0A74F107-399F-4AD9-BF63-8E00498F1F01}" type="pres">
      <dgm:prSet presAssocID="{753954C7-0796-455E-A510-20A94F96B145}" presName="hierRoot2" presStyleCnt="0">
        <dgm:presLayoutVars>
          <dgm:hierBranch val="init"/>
        </dgm:presLayoutVars>
      </dgm:prSet>
      <dgm:spPr/>
    </dgm:pt>
    <dgm:pt modelId="{E7F5D496-8918-4AD4-9BC9-2814294E7736}" type="pres">
      <dgm:prSet presAssocID="{753954C7-0796-455E-A510-20A94F96B145}" presName="rootComposite" presStyleCnt="0"/>
      <dgm:spPr/>
    </dgm:pt>
    <dgm:pt modelId="{868B4155-0EF8-4A4C-A994-B15BC76300DB}" type="pres">
      <dgm:prSet presAssocID="{753954C7-0796-455E-A510-20A94F96B145}" presName="rootText" presStyleLbl="node3" presStyleIdx="7" presStyleCnt="9" custScaleX="119323">
        <dgm:presLayoutVars>
          <dgm:chPref val="3"/>
        </dgm:presLayoutVars>
      </dgm:prSet>
      <dgm:spPr/>
    </dgm:pt>
    <dgm:pt modelId="{3064328D-35A2-49C8-9B39-13ACE45A0401}" type="pres">
      <dgm:prSet presAssocID="{753954C7-0796-455E-A510-20A94F96B145}" presName="rootConnector" presStyleLbl="node3" presStyleIdx="7" presStyleCnt="9"/>
      <dgm:spPr/>
    </dgm:pt>
    <dgm:pt modelId="{D4281A5C-5463-4829-84D6-2314F9728CC2}" type="pres">
      <dgm:prSet presAssocID="{753954C7-0796-455E-A510-20A94F96B145}" presName="hierChild4" presStyleCnt="0"/>
      <dgm:spPr/>
    </dgm:pt>
    <dgm:pt modelId="{D0FFFB20-BAB8-41D8-A1F4-6482432DE5E3}" type="pres">
      <dgm:prSet presAssocID="{753954C7-0796-455E-A510-20A94F96B145}" presName="hierChild5" presStyleCnt="0"/>
      <dgm:spPr/>
    </dgm:pt>
    <dgm:pt modelId="{DBCACD2C-7F74-4B4D-A135-16BF33D07E53}" type="pres">
      <dgm:prSet presAssocID="{A130962C-5A27-4CE5-B305-5DE2C7E95560}" presName="Name37" presStyleLbl="parChTrans1D3" presStyleIdx="8" presStyleCnt="9"/>
      <dgm:spPr/>
    </dgm:pt>
    <dgm:pt modelId="{398C7ECE-42BA-4420-8B92-DCA249D9030E}" type="pres">
      <dgm:prSet presAssocID="{3123AC17-E859-4BE7-BBCC-7D9B2F2B1EA7}" presName="hierRoot2" presStyleCnt="0">
        <dgm:presLayoutVars>
          <dgm:hierBranch val="init"/>
        </dgm:presLayoutVars>
      </dgm:prSet>
      <dgm:spPr/>
    </dgm:pt>
    <dgm:pt modelId="{FBC48FF2-77D6-4451-AC43-B510D825E8C4}" type="pres">
      <dgm:prSet presAssocID="{3123AC17-E859-4BE7-BBCC-7D9B2F2B1EA7}" presName="rootComposite" presStyleCnt="0"/>
      <dgm:spPr/>
    </dgm:pt>
    <dgm:pt modelId="{DE03C308-F820-44E8-B19A-EB1336CF5196}" type="pres">
      <dgm:prSet presAssocID="{3123AC17-E859-4BE7-BBCC-7D9B2F2B1EA7}" presName="rootText" presStyleLbl="node3" presStyleIdx="8" presStyleCnt="9" custScaleX="119323">
        <dgm:presLayoutVars>
          <dgm:chPref val="3"/>
        </dgm:presLayoutVars>
      </dgm:prSet>
      <dgm:spPr/>
    </dgm:pt>
    <dgm:pt modelId="{347F6BA8-9D84-4164-AF3E-BA0F82B4C8B2}" type="pres">
      <dgm:prSet presAssocID="{3123AC17-E859-4BE7-BBCC-7D9B2F2B1EA7}" presName="rootConnector" presStyleLbl="node3" presStyleIdx="8" presStyleCnt="9"/>
      <dgm:spPr/>
    </dgm:pt>
    <dgm:pt modelId="{97DB021C-5DBB-41D2-B75C-E56D17AB8C61}" type="pres">
      <dgm:prSet presAssocID="{3123AC17-E859-4BE7-BBCC-7D9B2F2B1EA7}" presName="hierChild4" presStyleCnt="0"/>
      <dgm:spPr/>
    </dgm:pt>
    <dgm:pt modelId="{6DD6EC8C-2DBF-49F2-8AB2-B04949CC3B08}" type="pres">
      <dgm:prSet presAssocID="{3123AC17-E859-4BE7-BBCC-7D9B2F2B1EA7}" presName="hierChild5" presStyleCnt="0"/>
      <dgm:spPr/>
    </dgm:pt>
    <dgm:pt modelId="{C9EE87FF-2154-45DF-B619-5B4C0A8E61A2}" type="pres">
      <dgm:prSet presAssocID="{CA2445B8-D78D-4EDF-8288-AF106EA7677A}" presName="hierChild5" presStyleCnt="0"/>
      <dgm:spPr/>
    </dgm:pt>
    <dgm:pt modelId="{9F0885C3-019E-491E-BC5C-5F0D4AB15415}" type="pres">
      <dgm:prSet presAssocID="{3ADD6D06-710C-48C7-B102-D172CA82DF95}" presName="hierChild3" presStyleCnt="0"/>
      <dgm:spPr/>
    </dgm:pt>
  </dgm:ptLst>
  <dgm:cxnLst>
    <dgm:cxn modelId="{17DDB402-F2B5-4DFA-AEB0-312B560CC7A6}" type="presOf" srcId="{4ECBFDCF-26F9-4DA2-8E3D-E7FB18985692}" destId="{66E7A307-3D27-4B1E-B04D-1C604354BB37}" srcOrd="0" destOrd="0" presId="urn:microsoft.com/office/officeart/2005/8/layout/orgChart1"/>
    <dgm:cxn modelId="{4E3F1A07-5033-4F4C-94B7-51FAD9008D0C}" type="presOf" srcId="{CA2445B8-D78D-4EDF-8288-AF106EA7677A}" destId="{38059F9E-D0A3-47AB-B4A2-23F29BDD51FA}" srcOrd="0" destOrd="0" presId="urn:microsoft.com/office/officeart/2005/8/layout/orgChart1"/>
    <dgm:cxn modelId="{3DC94D09-21DB-4F85-AA6C-C728FE59FEE6}" type="presOf" srcId="{D833C48F-C7FB-4BA9-A777-5D061AF4397D}" destId="{3C89B7AC-CE05-4D71-A3AD-2DB7E25EDE97}" srcOrd="0" destOrd="0" presId="urn:microsoft.com/office/officeart/2005/8/layout/orgChart1"/>
    <dgm:cxn modelId="{114EF80F-06D0-4ADD-971B-4DEEC9900278}" type="presOf" srcId="{3123AC17-E859-4BE7-BBCC-7D9B2F2B1EA7}" destId="{DE03C308-F820-44E8-B19A-EB1336CF5196}" srcOrd="0" destOrd="0" presId="urn:microsoft.com/office/officeart/2005/8/layout/orgChart1"/>
    <dgm:cxn modelId="{2183A314-3C08-4EF8-BD4D-F49369AFEA2D}" type="presOf" srcId="{1FAB58A7-0D40-46C6-AFC7-50D05132BF0C}" destId="{8A797A95-0D35-419C-A04F-A6F5B722873D}" srcOrd="0" destOrd="0" presId="urn:microsoft.com/office/officeart/2005/8/layout/orgChart1"/>
    <dgm:cxn modelId="{BD091D1D-5DFF-4895-9BB0-BBCAA23F7561}" type="presOf" srcId="{3ADD6D06-710C-48C7-B102-D172CA82DF95}" destId="{F74EC83F-C9F8-499A-8546-92BA07693360}" srcOrd="0" destOrd="0" presId="urn:microsoft.com/office/officeart/2005/8/layout/orgChart1"/>
    <dgm:cxn modelId="{B6BCD22C-6703-4C97-9C97-27FCC9E3D303}" type="presOf" srcId="{A130962C-5A27-4CE5-B305-5DE2C7E95560}" destId="{DBCACD2C-7F74-4B4D-A135-16BF33D07E53}" srcOrd="0" destOrd="0" presId="urn:microsoft.com/office/officeart/2005/8/layout/orgChart1"/>
    <dgm:cxn modelId="{05D89B32-7B24-463A-B5D3-2BA85B4FFA0F}" type="presOf" srcId="{B257A1FA-A7A4-4EAD-AA49-42354D3AB5C5}" destId="{F20B3151-1567-4F8D-88D7-CAF10F19F05E}" srcOrd="0" destOrd="0" presId="urn:microsoft.com/office/officeart/2005/8/layout/orgChart1"/>
    <dgm:cxn modelId="{A7956F37-B387-43D7-98ED-3A266239BA56}" type="presOf" srcId="{4C1763FF-C008-4177-833E-7BF73DD3A8E9}" destId="{9371388B-BD2F-4327-A9D7-47E3E3D3C6A4}" srcOrd="0" destOrd="0" presId="urn:microsoft.com/office/officeart/2005/8/layout/orgChart1"/>
    <dgm:cxn modelId="{E5F0A93F-A664-4FCE-9B0A-09F144085EFD}" srcId="{1229778D-333A-4B8E-A12B-DFA008F617BC}" destId="{4E184F5A-A754-49CD-9DB7-189E05CF87AD}" srcOrd="0" destOrd="0" parTransId="{1FAF1ADB-3684-4FC9-BB55-C01B7C0660DC}" sibTransId="{378656C3-B16A-4E8D-A0EB-90B09104987B}"/>
    <dgm:cxn modelId="{88DB2140-222F-4AFE-BC41-85742A6E8399}" type="presOf" srcId="{D833C48F-C7FB-4BA9-A777-5D061AF4397D}" destId="{FDD45623-4259-4B06-9323-D60E5681E960}" srcOrd="1" destOrd="0" presId="urn:microsoft.com/office/officeart/2005/8/layout/orgChart1"/>
    <dgm:cxn modelId="{F4E30C5E-0F91-4B75-B9D4-A83B151450C8}" type="presOf" srcId="{7AE47E78-1DAE-4D71-AF59-D1DDE36FCE40}" destId="{746315B9-AE00-4B23-8934-61B46331F458}" srcOrd="0" destOrd="0" presId="urn:microsoft.com/office/officeart/2005/8/layout/orgChart1"/>
    <dgm:cxn modelId="{C2DBCD66-EF0F-408A-96FC-EB10FF3C685D}" srcId="{3ADD6D06-710C-48C7-B102-D172CA82DF95}" destId="{866528F5-19B7-47AA-9D67-244D0EC62E37}" srcOrd="0" destOrd="0" parTransId="{4ECBFDCF-26F9-4DA2-8E3D-E7FB18985692}" sibTransId="{7CE0B989-7A43-4F4A-B835-A7D08E0FBE63}"/>
    <dgm:cxn modelId="{951DEE66-4CB4-4DF4-A881-2229E559A765}" type="presOf" srcId="{677594EC-F938-451E-B01A-7CE0A1F72C0E}" destId="{5CE2B3C4-1952-46B3-972D-7AE563A1BC8E}" srcOrd="0" destOrd="0" presId="urn:microsoft.com/office/officeart/2005/8/layout/orgChart1"/>
    <dgm:cxn modelId="{76D93569-3F37-485D-B08D-780A3A9A8568}" type="presOf" srcId="{3ADD6D06-710C-48C7-B102-D172CA82DF95}" destId="{E22EF1B8-4811-405A-B3F6-B7549F9293C5}" srcOrd="1" destOrd="0" presId="urn:microsoft.com/office/officeart/2005/8/layout/orgChart1"/>
    <dgm:cxn modelId="{FE5BC369-9F92-4F1A-B0E1-1BA9CDA130CC}" srcId="{866528F5-19B7-47AA-9D67-244D0EC62E37}" destId="{F9716308-EBCF-49D4-8983-FE3D4285F0A8}" srcOrd="2" destOrd="0" parTransId="{E360C3DF-0FE7-4C5C-9643-DDCF09B9FC53}" sibTransId="{713DE172-AE9B-4897-B565-BD1ADAF9D562}"/>
    <dgm:cxn modelId="{A9C5F26A-1792-48EB-A36D-85AB492B683F}" type="presOf" srcId="{E360C3DF-0FE7-4C5C-9643-DDCF09B9FC53}" destId="{85AE3004-8A30-4F6B-949B-D6D874ED94C8}" srcOrd="0" destOrd="0" presId="urn:microsoft.com/office/officeart/2005/8/layout/orgChart1"/>
    <dgm:cxn modelId="{4DFE366D-BD99-4622-BED1-165DE66DAD0D}" type="presOf" srcId="{1FAF1ADB-3684-4FC9-BB55-C01B7C0660DC}" destId="{7A0342E6-060C-49A0-A980-31D1AD7FC19E}" srcOrd="0" destOrd="0" presId="urn:microsoft.com/office/officeart/2005/8/layout/orgChart1"/>
    <dgm:cxn modelId="{D7B2CA53-A10D-45B4-8227-E4556614A7B6}" srcId="{866528F5-19B7-47AA-9D67-244D0EC62E37}" destId="{D833C48F-C7FB-4BA9-A777-5D061AF4397D}" srcOrd="1" destOrd="0" parTransId="{4C1763FF-C008-4177-833E-7BF73DD3A8E9}" sibTransId="{0F529ADE-EBAE-44DE-933C-C19E4197F6C0}"/>
    <dgm:cxn modelId="{D1660D54-B95A-4F0E-93A8-8BE2F2CD9A6D}" type="presOf" srcId="{AC3FA9E8-1220-43DE-9802-5367F8AE5156}" destId="{31E6B97B-6C76-4B7B-877A-BBFE01CC5C42}" srcOrd="1" destOrd="0" presId="urn:microsoft.com/office/officeart/2005/8/layout/orgChart1"/>
    <dgm:cxn modelId="{48728D55-DE3B-4A2B-B5DE-9A0389EFEB0B}" type="presOf" srcId="{7AE47E78-1DAE-4D71-AF59-D1DDE36FCE40}" destId="{16221767-15F0-46E2-BF52-29C741A88365}" srcOrd="1" destOrd="0" presId="urn:microsoft.com/office/officeart/2005/8/layout/orgChart1"/>
    <dgm:cxn modelId="{C8499255-E4A9-4A04-9827-A67275F9E2F7}" type="presOf" srcId="{7952CC85-EA78-40BC-BCD1-C15325417E3C}" destId="{FE6C05F6-191C-485F-9C0C-EB30DFBAEA94}" srcOrd="1" destOrd="0" presId="urn:microsoft.com/office/officeart/2005/8/layout/orgChart1"/>
    <dgm:cxn modelId="{2E910C59-F03E-4D83-9E3A-701E036A9074}" srcId="{1229778D-333A-4B8E-A12B-DFA008F617BC}" destId="{7952CC85-EA78-40BC-BCD1-C15325417E3C}" srcOrd="2" destOrd="0" parTransId="{B257A1FA-A7A4-4EAD-AA49-42354D3AB5C5}" sibTransId="{5A1370CB-EFC0-4B57-8E5C-A485ACEC1697}"/>
    <dgm:cxn modelId="{1226187A-7923-4512-AE3B-67288B5BB4FB}" type="presOf" srcId="{AC3FA9E8-1220-43DE-9802-5367F8AE5156}" destId="{2E23AC68-4E89-4DAC-9DBF-4CD7267794CD}" srcOrd="0" destOrd="0" presId="urn:microsoft.com/office/officeart/2005/8/layout/orgChart1"/>
    <dgm:cxn modelId="{A9D1255A-C33E-4E74-BDE8-24B08EC20061}" srcId="{677594EC-F938-451E-B01A-7CE0A1F72C0E}" destId="{3ADD6D06-710C-48C7-B102-D172CA82DF95}" srcOrd="0" destOrd="0" parTransId="{1B9F6D51-61C1-4A4A-8430-478DA26A6266}" sibTransId="{A07D9868-8611-4CB5-8F1B-69BE0F898474}"/>
    <dgm:cxn modelId="{82515485-8116-4D97-95FF-45325E720C2C}" type="presOf" srcId="{1229778D-333A-4B8E-A12B-DFA008F617BC}" destId="{E84E9801-76F9-48A4-AE10-28B131C0AFD9}" srcOrd="1" destOrd="0" presId="urn:microsoft.com/office/officeart/2005/8/layout/orgChart1"/>
    <dgm:cxn modelId="{59FDC685-112B-41DB-8665-FBE892097E8E}" srcId="{866528F5-19B7-47AA-9D67-244D0EC62E37}" destId="{AC3FA9E8-1220-43DE-9802-5367F8AE5156}" srcOrd="0" destOrd="0" parTransId="{672EE0EC-0DCD-4E78-9197-33AC5BDA5E32}" sibTransId="{958C387C-6BE2-430A-9BB8-5DF4A6F6B592}"/>
    <dgm:cxn modelId="{22A8AF98-8E51-481A-97E4-C5B3AAE6FA11}" type="presOf" srcId="{3123AC17-E859-4BE7-BBCC-7D9B2F2B1EA7}" destId="{347F6BA8-9D84-4164-AF3E-BA0F82B4C8B2}" srcOrd="1" destOrd="0" presId="urn:microsoft.com/office/officeart/2005/8/layout/orgChart1"/>
    <dgm:cxn modelId="{1FC7709B-078C-44B5-98B1-CE1D0D682BD3}" type="presOf" srcId="{7C479E40-494A-48DE-8275-3AD282EAFD95}" destId="{BF837AC1-E03B-4A46-8394-B1103878A72F}" srcOrd="1" destOrd="0" presId="urn:microsoft.com/office/officeart/2005/8/layout/orgChart1"/>
    <dgm:cxn modelId="{A65F519C-C21E-4754-B93B-441672CD003A}" type="presOf" srcId="{8258579E-CA4F-4644-A961-68683F8E595B}" destId="{DF147C62-B853-47AB-B04A-7AC656A036C6}" srcOrd="0" destOrd="0" presId="urn:microsoft.com/office/officeart/2005/8/layout/orgChart1"/>
    <dgm:cxn modelId="{931E2E9D-9C22-413B-8FD7-F12B81DF2C8B}" type="presOf" srcId="{753954C7-0796-455E-A510-20A94F96B145}" destId="{3064328D-35A2-49C8-9B39-13ACE45A0401}" srcOrd="1" destOrd="0" presId="urn:microsoft.com/office/officeart/2005/8/layout/orgChart1"/>
    <dgm:cxn modelId="{EB1F16A4-2E99-4B90-AB8A-B3D9143D5BF1}" type="presOf" srcId="{1229778D-333A-4B8E-A12B-DFA008F617BC}" destId="{C897E831-DC66-4633-99F1-8EB9A77D42A7}" srcOrd="0" destOrd="0" presId="urn:microsoft.com/office/officeart/2005/8/layout/orgChart1"/>
    <dgm:cxn modelId="{5E71A8A7-90D1-4BC8-837E-88398FCFDE51}" srcId="{1229778D-333A-4B8E-A12B-DFA008F617BC}" destId="{7C479E40-494A-48DE-8275-3AD282EAFD95}" srcOrd="1" destOrd="0" parTransId="{8D0264B3-5611-406A-AECB-7135A1AADA33}" sibTransId="{A77FDEE7-7FBE-4E8B-892E-243E6C37BD1C}"/>
    <dgm:cxn modelId="{40D841B1-D310-4B50-9EBA-832CB26A5D74}" type="presOf" srcId="{7952CC85-EA78-40BC-BCD1-C15325417E3C}" destId="{32A3398C-F83A-489A-A314-754EE910F097}" srcOrd="0" destOrd="0" presId="urn:microsoft.com/office/officeart/2005/8/layout/orgChart1"/>
    <dgm:cxn modelId="{3096E6B5-EB6F-4D1F-BE8F-90731328E092}" type="presOf" srcId="{753954C7-0796-455E-A510-20A94F96B145}" destId="{868B4155-0EF8-4A4C-A994-B15BC76300DB}" srcOrd="0" destOrd="0" presId="urn:microsoft.com/office/officeart/2005/8/layout/orgChart1"/>
    <dgm:cxn modelId="{C44E74B8-BFAA-4287-9072-1EEB075BA8F8}" srcId="{3ADD6D06-710C-48C7-B102-D172CA82DF95}" destId="{1229778D-333A-4B8E-A12B-DFA008F617BC}" srcOrd="1" destOrd="0" parTransId="{25AF0927-150B-400F-8FEC-DDB40F3B479A}" sibTransId="{DC5E104E-70C7-448D-B63C-F4780B7C9A0A}"/>
    <dgm:cxn modelId="{EF599BBC-1FF0-48AC-8631-4358BF6EDFBC}" type="presOf" srcId="{8D0264B3-5611-406A-AECB-7135A1AADA33}" destId="{1BD02304-4E83-410A-9AE3-F0A910415C95}" srcOrd="0" destOrd="0" presId="urn:microsoft.com/office/officeart/2005/8/layout/orgChart1"/>
    <dgm:cxn modelId="{064544C1-0782-46F5-BDA0-BCBF8E86DD72}" srcId="{CA2445B8-D78D-4EDF-8288-AF106EA7677A}" destId="{7AE47E78-1DAE-4D71-AF59-D1DDE36FCE40}" srcOrd="0" destOrd="0" parTransId="{E8B7A327-D110-47A1-8C64-71A273905DFD}" sibTransId="{6A72891C-A0BC-43B1-9C3E-1DF06D1C969C}"/>
    <dgm:cxn modelId="{A2D7B4C2-B74D-4D57-9E11-A928B933482E}" type="presOf" srcId="{E8B7A327-D110-47A1-8C64-71A273905DFD}" destId="{D025F9E5-6A38-4D5D-AEDA-7FA74BD8029F}" srcOrd="0" destOrd="0" presId="urn:microsoft.com/office/officeart/2005/8/layout/orgChart1"/>
    <dgm:cxn modelId="{9B52AECB-0278-4CD0-8216-685017FBD1EB}" type="presOf" srcId="{866528F5-19B7-47AA-9D67-244D0EC62E37}" destId="{D68EDAC6-0A35-4E19-9D45-2EA529489B3B}" srcOrd="1" destOrd="0" presId="urn:microsoft.com/office/officeart/2005/8/layout/orgChart1"/>
    <dgm:cxn modelId="{6353EAD1-B9A1-4E61-898F-95E9F4E9D203}" type="presOf" srcId="{F9716308-EBCF-49D4-8983-FE3D4285F0A8}" destId="{F8647AE9-137C-4E0F-A26F-631391737EAB}" srcOrd="0" destOrd="0" presId="urn:microsoft.com/office/officeart/2005/8/layout/orgChart1"/>
    <dgm:cxn modelId="{0B794AD2-3F4F-4699-8B05-0F57B7A764C5}" type="presOf" srcId="{672EE0EC-0DCD-4E78-9197-33AC5BDA5E32}" destId="{3ADEF103-9121-4212-A33A-BA4D23620DF4}" srcOrd="0" destOrd="0" presId="urn:microsoft.com/office/officeart/2005/8/layout/orgChart1"/>
    <dgm:cxn modelId="{9006DED7-3926-44B0-A2B0-E7AA82ED7867}" type="presOf" srcId="{4E184F5A-A754-49CD-9DB7-189E05CF87AD}" destId="{3CC63232-4FB4-4BCD-9A45-6E0189557EC9}" srcOrd="1" destOrd="0" presId="urn:microsoft.com/office/officeart/2005/8/layout/orgChart1"/>
    <dgm:cxn modelId="{80B3A3DA-B2AE-42FC-B6BC-6DB2F5BB2A2B}" type="presOf" srcId="{866528F5-19B7-47AA-9D67-244D0EC62E37}" destId="{C0ABFEF3-691C-4FC6-9B59-FAD574A12F95}" srcOrd="0" destOrd="0" presId="urn:microsoft.com/office/officeart/2005/8/layout/orgChart1"/>
    <dgm:cxn modelId="{0BF8D6DC-0AB3-4F76-AF72-13E4E1B0C754}" type="presOf" srcId="{4E184F5A-A754-49CD-9DB7-189E05CF87AD}" destId="{3141170C-BD63-47E5-A84D-54A69E0A45E4}" srcOrd="0" destOrd="0" presId="urn:microsoft.com/office/officeart/2005/8/layout/orgChart1"/>
    <dgm:cxn modelId="{F93AD5DE-5675-4733-8AEB-208F4CAFFAEE}" srcId="{3ADD6D06-710C-48C7-B102-D172CA82DF95}" destId="{CA2445B8-D78D-4EDF-8288-AF106EA7677A}" srcOrd="2" destOrd="0" parTransId="{1FAB58A7-0D40-46C6-AFC7-50D05132BF0C}" sibTransId="{797C030E-223F-4D6B-A860-F89BA234BE8C}"/>
    <dgm:cxn modelId="{9948B3E2-B295-460F-9959-2B56A95B3794}" srcId="{CA2445B8-D78D-4EDF-8288-AF106EA7677A}" destId="{3123AC17-E859-4BE7-BBCC-7D9B2F2B1EA7}" srcOrd="2" destOrd="0" parTransId="{A130962C-5A27-4CE5-B305-5DE2C7E95560}" sibTransId="{583CD1FD-C183-43BA-8D1B-7FB8D87FCF85}"/>
    <dgm:cxn modelId="{624356E3-BEF8-43AE-B55E-81479B0058BB}" type="presOf" srcId="{CA2445B8-D78D-4EDF-8288-AF106EA7677A}" destId="{BDEFAEDB-D2EA-419D-86A7-EBAE3CB6929E}" srcOrd="1" destOrd="0" presId="urn:microsoft.com/office/officeart/2005/8/layout/orgChart1"/>
    <dgm:cxn modelId="{E5F345EE-D4C2-4D8E-851E-0DAE38A12623}" type="presOf" srcId="{25AF0927-150B-400F-8FEC-DDB40F3B479A}" destId="{1EC59158-EC91-4813-B185-304082BE0A6E}" srcOrd="0" destOrd="0" presId="urn:microsoft.com/office/officeart/2005/8/layout/orgChart1"/>
    <dgm:cxn modelId="{116B9FF8-3272-462B-9BBA-5633BC0A9C1D}" type="presOf" srcId="{F9716308-EBCF-49D4-8983-FE3D4285F0A8}" destId="{7A521BB6-F3AE-43F4-8BB3-07EF2B5EF1F8}" srcOrd="1" destOrd="0" presId="urn:microsoft.com/office/officeart/2005/8/layout/orgChart1"/>
    <dgm:cxn modelId="{49D3F6F8-631A-411E-8328-7304F0855583}" srcId="{CA2445B8-D78D-4EDF-8288-AF106EA7677A}" destId="{753954C7-0796-455E-A510-20A94F96B145}" srcOrd="1" destOrd="0" parTransId="{8258579E-CA4F-4644-A961-68683F8E595B}" sibTransId="{FA6527BD-19DA-459F-AC5E-F7892F20945B}"/>
    <dgm:cxn modelId="{CBA591FF-3E20-4EA1-9983-10BB9C5B3997}" type="presOf" srcId="{7C479E40-494A-48DE-8275-3AD282EAFD95}" destId="{7FB38849-711F-4D95-94F8-58958F9F2636}" srcOrd="0" destOrd="0" presId="urn:microsoft.com/office/officeart/2005/8/layout/orgChart1"/>
    <dgm:cxn modelId="{3B380DA5-E994-4E6A-A308-C19E362082E3}" type="presParOf" srcId="{5CE2B3C4-1952-46B3-972D-7AE563A1BC8E}" destId="{962DC8B7-4D32-4C3B-95BE-F9D93983EA6E}" srcOrd="0" destOrd="0" presId="urn:microsoft.com/office/officeart/2005/8/layout/orgChart1"/>
    <dgm:cxn modelId="{909821C6-0923-4DF0-A802-9D8A5652F74F}" type="presParOf" srcId="{962DC8B7-4D32-4C3B-95BE-F9D93983EA6E}" destId="{98CA5F5E-1920-4D21-A77D-6B25CD882DB5}" srcOrd="0" destOrd="0" presId="urn:microsoft.com/office/officeart/2005/8/layout/orgChart1"/>
    <dgm:cxn modelId="{C968D37E-FFE2-4505-B179-6B9BE3731607}" type="presParOf" srcId="{98CA5F5E-1920-4D21-A77D-6B25CD882DB5}" destId="{F74EC83F-C9F8-499A-8546-92BA07693360}" srcOrd="0" destOrd="0" presId="urn:microsoft.com/office/officeart/2005/8/layout/orgChart1"/>
    <dgm:cxn modelId="{775E3C98-95D9-44CE-B01A-85B380227F4F}" type="presParOf" srcId="{98CA5F5E-1920-4D21-A77D-6B25CD882DB5}" destId="{E22EF1B8-4811-405A-B3F6-B7549F9293C5}" srcOrd="1" destOrd="0" presId="urn:microsoft.com/office/officeart/2005/8/layout/orgChart1"/>
    <dgm:cxn modelId="{CA1ECCB4-0FCD-4DEE-9685-02747F7BB1EE}" type="presParOf" srcId="{962DC8B7-4D32-4C3B-95BE-F9D93983EA6E}" destId="{D837C7DE-0172-4302-8150-71547B701579}" srcOrd="1" destOrd="0" presId="urn:microsoft.com/office/officeart/2005/8/layout/orgChart1"/>
    <dgm:cxn modelId="{B1612C65-D51B-4A64-8B4A-872D27CCE6C4}" type="presParOf" srcId="{D837C7DE-0172-4302-8150-71547B701579}" destId="{66E7A307-3D27-4B1E-B04D-1C604354BB37}" srcOrd="0" destOrd="0" presId="urn:microsoft.com/office/officeart/2005/8/layout/orgChart1"/>
    <dgm:cxn modelId="{4940BB15-D7EA-43C1-A022-2C95F71FFF75}" type="presParOf" srcId="{D837C7DE-0172-4302-8150-71547B701579}" destId="{3897618B-9794-4B10-922C-D350ADB42B98}" srcOrd="1" destOrd="0" presId="urn:microsoft.com/office/officeart/2005/8/layout/orgChart1"/>
    <dgm:cxn modelId="{C84D4A24-29F6-4235-840F-1D01C4F5BACE}" type="presParOf" srcId="{3897618B-9794-4B10-922C-D350ADB42B98}" destId="{F418A100-C550-417F-8547-FBF32F5C1AD4}" srcOrd="0" destOrd="0" presId="urn:microsoft.com/office/officeart/2005/8/layout/orgChart1"/>
    <dgm:cxn modelId="{067401F8-96B1-4D38-9709-3DDF18B202BC}" type="presParOf" srcId="{F418A100-C550-417F-8547-FBF32F5C1AD4}" destId="{C0ABFEF3-691C-4FC6-9B59-FAD574A12F95}" srcOrd="0" destOrd="0" presId="urn:microsoft.com/office/officeart/2005/8/layout/orgChart1"/>
    <dgm:cxn modelId="{1A8F44E8-BB59-4607-9E1F-DCA433F1AF64}" type="presParOf" srcId="{F418A100-C550-417F-8547-FBF32F5C1AD4}" destId="{D68EDAC6-0A35-4E19-9D45-2EA529489B3B}" srcOrd="1" destOrd="0" presId="urn:microsoft.com/office/officeart/2005/8/layout/orgChart1"/>
    <dgm:cxn modelId="{839F01D4-9DEE-49D6-B558-8C2397E23962}" type="presParOf" srcId="{3897618B-9794-4B10-922C-D350ADB42B98}" destId="{08E8E62D-099D-41BE-86B0-DD631BD88BC2}" srcOrd="1" destOrd="0" presId="urn:microsoft.com/office/officeart/2005/8/layout/orgChart1"/>
    <dgm:cxn modelId="{B8254DBF-447C-4C20-94EC-94692E8794D7}" type="presParOf" srcId="{08E8E62D-099D-41BE-86B0-DD631BD88BC2}" destId="{3ADEF103-9121-4212-A33A-BA4D23620DF4}" srcOrd="0" destOrd="0" presId="urn:microsoft.com/office/officeart/2005/8/layout/orgChart1"/>
    <dgm:cxn modelId="{D42FEB74-DA56-4708-BFE9-5A313666A20E}" type="presParOf" srcId="{08E8E62D-099D-41BE-86B0-DD631BD88BC2}" destId="{7113117E-8E81-4122-8966-C8B2C12DA59D}" srcOrd="1" destOrd="0" presId="urn:microsoft.com/office/officeart/2005/8/layout/orgChart1"/>
    <dgm:cxn modelId="{1158A32E-705C-4B21-A0DB-377B2A5C1E5E}" type="presParOf" srcId="{7113117E-8E81-4122-8966-C8B2C12DA59D}" destId="{9869F387-D33D-404D-8994-FD563D6B8CD2}" srcOrd="0" destOrd="0" presId="urn:microsoft.com/office/officeart/2005/8/layout/orgChart1"/>
    <dgm:cxn modelId="{9114EF83-EE80-409A-BADB-30038C17DB9B}" type="presParOf" srcId="{9869F387-D33D-404D-8994-FD563D6B8CD2}" destId="{2E23AC68-4E89-4DAC-9DBF-4CD7267794CD}" srcOrd="0" destOrd="0" presId="urn:microsoft.com/office/officeart/2005/8/layout/orgChart1"/>
    <dgm:cxn modelId="{2AF3D34F-85F7-4163-963E-C0E88B0A0BD1}" type="presParOf" srcId="{9869F387-D33D-404D-8994-FD563D6B8CD2}" destId="{31E6B97B-6C76-4B7B-877A-BBFE01CC5C42}" srcOrd="1" destOrd="0" presId="urn:microsoft.com/office/officeart/2005/8/layout/orgChart1"/>
    <dgm:cxn modelId="{CC9392A5-B9C7-4220-B32D-BC96C99D7C1D}" type="presParOf" srcId="{7113117E-8E81-4122-8966-C8B2C12DA59D}" destId="{56CE2B7C-26B5-4E6C-9CC0-C3AC60C4813C}" srcOrd="1" destOrd="0" presId="urn:microsoft.com/office/officeart/2005/8/layout/orgChart1"/>
    <dgm:cxn modelId="{E68676D4-927F-4E0B-9A58-EDCC7C304A97}" type="presParOf" srcId="{7113117E-8E81-4122-8966-C8B2C12DA59D}" destId="{36B59146-9C88-4B04-BCDD-E6D4131F0AEB}" srcOrd="2" destOrd="0" presId="urn:microsoft.com/office/officeart/2005/8/layout/orgChart1"/>
    <dgm:cxn modelId="{0FC174A7-2260-4E8C-A00F-9EFA28DBBFF4}" type="presParOf" srcId="{08E8E62D-099D-41BE-86B0-DD631BD88BC2}" destId="{9371388B-BD2F-4327-A9D7-47E3E3D3C6A4}" srcOrd="2" destOrd="0" presId="urn:microsoft.com/office/officeart/2005/8/layout/orgChart1"/>
    <dgm:cxn modelId="{762FC949-6630-410E-ABD0-43E79913C8C4}" type="presParOf" srcId="{08E8E62D-099D-41BE-86B0-DD631BD88BC2}" destId="{4CA35115-2BC5-462A-AA9B-5808FF5AD686}" srcOrd="3" destOrd="0" presId="urn:microsoft.com/office/officeart/2005/8/layout/orgChart1"/>
    <dgm:cxn modelId="{A33106E9-180B-4A1F-B591-4ED0C3D75842}" type="presParOf" srcId="{4CA35115-2BC5-462A-AA9B-5808FF5AD686}" destId="{FD81C026-93FD-45BE-B9A1-5AC92FE8784E}" srcOrd="0" destOrd="0" presId="urn:microsoft.com/office/officeart/2005/8/layout/orgChart1"/>
    <dgm:cxn modelId="{D119D19C-1833-47C4-AE22-A9C2B7F74396}" type="presParOf" srcId="{FD81C026-93FD-45BE-B9A1-5AC92FE8784E}" destId="{3C89B7AC-CE05-4D71-A3AD-2DB7E25EDE97}" srcOrd="0" destOrd="0" presId="urn:microsoft.com/office/officeart/2005/8/layout/orgChart1"/>
    <dgm:cxn modelId="{04B45976-B579-4923-A852-629BF5B1299A}" type="presParOf" srcId="{FD81C026-93FD-45BE-B9A1-5AC92FE8784E}" destId="{FDD45623-4259-4B06-9323-D60E5681E960}" srcOrd="1" destOrd="0" presId="urn:microsoft.com/office/officeart/2005/8/layout/orgChart1"/>
    <dgm:cxn modelId="{9654E2A1-3D77-4FB9-B5B1-4405411E68AF}" type="presParOf" srcId="{4CA35115-2BC5-462A-AA9B-5808FF5AD686}" destId="{53815433-EEB3-4B7E-9636-F295A102042F}" srcOrd="1" destOrd="0" presId="urn:microsoft.com/office/officeart/2005/8/layout/orgChart1"/>
    <dgm:cxn modelId="{6F97263C-BC38-45A7-82E8-881397E85048}" type="presParOf" srcId="{4CA35115-2BC5-462A-AA9B-5808FF5AD686}" destId="{F9D998D9-8B90-4770-8663-5D2D67D8D606}" srcOrd="2" destOrd="0" presId="urn:microsoft.com/office/officeart/2005/8/layout/orgChart1"/>
    <dgm:cxn modelId="{BC4B0BCC-8C3B-40F8-9369-2400910703BF}" type="presParOf" srcId="{08E8E62D-099D-41BE-86B0-DD631BD88BC2}" destId="{85AE3004-8A30-4F6B-949B-D6D874ED94C8}" srcOrd="4" destOrd="0" presId="urn:microsoft.com/office/officeart/2005/8/layout/orgChart1"/>
    <dgm:cxn modelId="{1916A328-EC50-41F0-A2A6-4C2D735EB6D6}" type="presParOf" srcId="{08E8E62D-099D-41BE-86B0-DD631BD88BC2}" destId="{972FC1D2-33E7-4CD7-83E1-E9DBC92A8C20}" srcOrd="5" destOrd="0" presId="urn:microsoft.com/office/officeart/2005/8/layout/orgChart1"/>
    <dgm:cxn modelId="{CDE110BD-CCEA-41B6-A0C9-D913883EC0C2}" type="presParOf" srcId="{972FC1D2-33E7-4CD7-83E1-E9DBC92A8C20}" destId="{D4245C91-6B20-4A24-B590-4640FF53B800}" srcOrd="0" destOrd="0" presId="urn:microsoft.com/office/officeart/2005/8/layout/orgChart1"/>
    <dgm:cxn modelId="{244A30FD-E406-477E-A4EC-F1097AA09CC6}" type="presParOf" srcId="{D4245C91-6B20-4A24-B590-4640FF53B800}" destId="{F8647AE9-137C-4E0F-A26F-631391737EAB}" srcOrd="0" destOrd="0" presId="urn:microsoft.com/office/officeart/2005/8/layout/orgChart1"/>
    <dgm:cxn modelId="{1C84F14D-8F1B-4B7E-850D-E8196A282978}" type="presParOf" srcId="{D4245C91-6B20-4A24-B590-4640FF53B800}" destId="{7A521BB6-F3AE-43F4-8BB3-07EF2B5EF1F8}" srcOrd="1" destOrd="0" presId="urn:microsoft.com/office/officeart/2005/8/layout/orgChart1"/>
    <dgm:cxn modelId="{7FC905EB-66FA-48D2-BF8E-326B259E3203}" type="presParOf" srcId="{972FC1D2-33E7-4CD7-83E1-E9DBC92A8C20}" destId="{CFEAD5E6-F347-4DC3-AC8B-4C4659023152}" srcOrd="1" destOrd="0" presId="urn:microsoft.com/office/officeart/2005/8/layout/orgChart1"/>
    <dgm:cxn modelId="{E0E7446B-12CC-4021-B27D-DD8D5A89B294}" type="presParOf" srcId="{972FC1D2-33E7-4CD7-83E1-E9DBC92A8C20}" destId="{BEF766FC-9D33-449C-A8DD-E712D37BC830}" srcOrd="2" destOrd="0" presId="urn:microsoft.com/office/officeart/2005/8/layout/orgChart1"/>
    <dgm:cxn modelId="{4E18E3D9-8496-411F-80E9-DFE9B14FC8B8}" type="presParOf" srcId="{3897618B-9794-4B10-922C-D350ADB42B98}" destId="{D627BE2D-5E2A-4214-872C-55322433D2F5}" srcOrd="2" destOrd="0" presId="urn:microsoft.com/office/officeart/2005/8/layout/orgChart1"/>
    <dgm:cxn modelId="{88BE2FE6-A99B-4084-A0A6-55D91C31A6A7}" type="presParOf" srcId="{D837C7DE-0172-4302-8150-71547B701579}" destId="{1EC59158-EC91-4813-B185-304082BE0A6E}" srcOrd="2" destOrd="0" presId="urn:microsoft.com/office/officeart/2005/8/layout/orgChart1"/>
    <dgm:cxn modelId="{DB1E2DD2-8EE1-41BC-9D31-E3E569A2D088}" type="presParOf" srcId="{D837C7DE-0172-4302-8150-71547B701579}" destId="{67C6042A-9C0F-47CA-92E2-6270A01FB641}" srcOrd="3" destOrd="0" presId="urn:microsoft.com/office/officeart/2005/8/layout/orgChart1"/>
    <dgm:cxn modelId="{E82F22FB-E3FC-4DB2-8C6D-70C391FF7A8B}" type="presParOf" srcId="{67C6042A-9C0F-47CA-92E2-6270A01FB641}" destId="{DE56BD2E-CAEA-4B96-8F10-C0906E35730D}" srcOrd="0" destOrd="0" presId="urn:microsoft.com/office/officeart/2005/8/layout/orgChart1"/>
    <dgm:cxn modelId="{3C09C428-C3D9-4E9F-9237-8141DBC3275C}" type="presParOf" srcId="{DE56BD2E-CAEA-4B96-8F10-C0906E35730D}" destId="{C897E831-DC66-4633-99F1-8EB9A77D42A7}" srcOrd="0" destOrd="0" presId="urn:microsoft.com/office/officeart/2005/8/layout/orgChart1"/>
    <dgm:cxn modelId="{60EC1D1F-E9F4-4A6B-9C6F-E3EEB8676062}" type="presParOf" srcId="{DE56BD2E-CAEA-4B96-8F10-C0906E35730D}" destId="{E84E9801-76F9-48A4-AE10-28B131C0AFD9}" srcOrd="1" destOrd="0" presId="urn:microsoft.com/office/officeart/2005/8/layout/orgChart1"/>
    <dgm:cxn modelId="{5C334084-C389-4A90-B02F-93B495002048}" type="presParOf" srcId="{67C6042A-9C0F-47CA-92E2-6270A01FB641}" destId="{8EF2295D-E592-4C6C-B4E8-5B633AF49890}" srcOrd="1" destOrd="0" presId="urn:microsoft.com/office/officeart/2005/8/layout/orgChart1"/>
    <dgm:cxn modelId="{F7C9958D-ED2A-4E7F-AE97-47281EB0FB6F}" type="presParOf" srcId="{8EF2295D-E592-4C6C-B4E8-5B633AF49890}" destId="{7A0342E6-060C-49A0-A980-31D1AD7FC19E}" srcOrd="0" destOrd="0" presId="urn:microsoft.com/office/officeart/2005/8/layout/orgChart1"/>
    <dgm:cxn modelId="{705CED0C-7503-4C13-9123-F20526D65158}" type="presParOf" srcId="{8EF2295D-E592-4C6C-B4E8-5B633AF49890}" destId="{AAD6CA23-A8E9-4225-9CC5-53AC90B7FADF}" srcOrd="1" destOrd="0" presId="urn:microsoft.com/office/officeart/2005/8/layout/orgChart1"/>
    <dgm:cxn modelId="{4FD2CBFD-C43B-4530-B857-DCD38E3B70CE}" type="presParOf" srcId="{AAD6CA23-A8E9-4225-9CC5-53AC90B7FADF}" destId="{F87BFA06-3E76-42C8-A14B-51738D9738E5}" srcOrd="0" destOrd="0" presId="urn:microsoft.com/office/officeart/2005/8/layout/orgChart1"/>
    <dgm:cxn modelId="{F14F06B0-1A89-41C5-BA92-D9858AEB70F0}" type="presParOf" srcId="{F87BFA06-3E76-42C8-A14B-51738D9738E5}" destId="{3141170C-BD63-47E5-A84D-54A69E0A45E4}" srcOrd="0" destOrd="0" presId="urn:microsoft.com/office/officeart/2005/8/layout/orgChart1"/>
    <dgm:cxn modelId="{D6457AAF-5043-4016-8AEE-9059B4292C91}" type="presParOf" srcId="{F87BFA06-3E76-42C8-A14B-51738D9738E5}" destId="{3CC63232-4FB4-4BCD-9A45-6E0189557EC9}" srcOrd="1" destOrd="0" presId="urn:microsoft.com/office/officeart/2005/8/layout/orgChart1"/>
    <dgm:cxn modelId="{3AAC2758-1E7F-4B31-9F7A-8371335002C5}" type="presParOf" srcId="{AAD6CA23-A8E9-4225-9CC5-53AC90B7FADF}" destId="{39289887-13E9-49A2-8DB1-BB365AC8FE6F}" srcOrd="1" destOrd="0" presId="urn:microsoft.com/office/officeart/2005/8/layout/orgChart1"/>
    <dgm:cxn modelId="{17B1F122-A766-4733-8EA7-3E1ED41BA27B}" type="presParOf" srcId="{AAD6CA23-A8E9-4225-9CC5-53AC90B7FADF}" destId="{5537AD04-5BD3-4B37-87C4-3240C497A8C6}" srcOrd="2" destOrd="0" presId="urn:microsoft.com/office/officeart/2005/8/layout/orgChart1"/>
    <dgm:cxn modelId="{11B0BB2C-8BD6-4791-A988-366876B2973A}" type="presParOf" srcId="{8EF2295D-E592-4C6C-B4E8-5B633AF49890}" destId="{1BD02304-4E83-410A-9AE3-F0A910415C95}" srcOrd="2" destOrd="0" presId="urn:microsoft.com/office/officeart/2005/8/layout/orgChart1"/>
    <dgm:cxn modelId="{DE7C7928-F029-4228-83BE-3E6B9B5DE670}" type="presParOf" srcId="{8EF2295D-E592-4C6C-B4E8-5B633AF49890}" destId="{F1DBAB49-0D2D-4EF8-AE3C-5526A74E983D}" srcOrd="3" destOrd="0" presId="urn:microsoft.com/office/officeart/2005/8/layout/orgChart1"/>
    <dgm:cxn modelId="{D50F094F-8382-472F-884A-A7029349AD93}" type="presParOf" srcId="{F1DBAB49-0D2D-4EF8-AE3C-5526A74E983D}" destId="{A172DFBF-EE53-4739-B502-A68B190FB115}" srcOrd="0" destOrd="0" presId="urn:microsoft.com/office/officeart/2005/8/layout/orgChart1"/>
    <dgm:cxn modelId="{FC05B5F9-0F05-41E8-84AA-774A26F56111}" type="presParOf" srcId="{A172DFBF-EE53-4739-B502-A68B190FB115}" destId="{7FB38849-711F-4D95-94F8-58958F9F2636}" srcOrd="0" destOrd="0" presId="urn:microsoft.com/office/officeart/2005/8/layout/orgChart1"/>
    <dgm:cxn modelId="{A5332A48-3879-48A1-ADBA-A3A9D1D9EA36}" type="presParOf" srcId="{A172DFBF-EE53-4739-B502-A68B190FB115}" destId="{BF837AC1-E03B-4A46-8394-B1103878A72F}" srcOrd="1" destOrd="0" presId="urn:microsoft.com/office/officeart/2005/8/layout/orgChart1"/>
    <dgm:cxn modelId="{F8179239-B5E4-48D5-98CB-DA682BD89276}" type="presParOf" srcId="{F1DBAB49-0D2D-4EF8-AE3C-5526A74E983D}" destId="{9BBE601F-0D65-47B6-B8E1-DC90D267EBD6}" srcOrd="1" destOrd="0" presId="urn:microsoft.com/office/officeart/2005/8/layout/orgChart1"/>
    <dgm:cxn modelId="{302C1200-E837-4F91-A02D-161ED6FED850}" type="presParOf" srcId="{F1DBAB49-0D2D-4EF8-AE3C-5526A74E983D}" destId="{D24550AF-6CC8-47C2-A806-DDD7C0D5B509}" srcOrd="2" destOrd="0" presId="urn:microsoft.com/office/officeart/2005/8/layout/orgChart1"/>
    <dgm:cxn modelId="{6B0C1EFF-B014-4275-B0BD-445FA57106FE}" type="presParOf" srcId="{8EF2295D-E592-4C6C-B4E8-5B633AF49890}" destId="{F20B3151-1567-4F8D-88D7-CAF10F19F05E}" srcOrd="4" destOrd="0" presId="urn:microsoft.com/office/officeart/2005/8/layout/orgChart1"/>
    <dgm:cxn modelId="{8BE7A6F2-2E71-4113-B587-FB56CBDF7AF2}" type="presParOf" srcId="{8EF2295D-E592-4C6C-B4E8-5B633AF49890}" destId="{EFAE5579-3136-467E-9F94-1B32A55B0B69}" srcOrd="5" destOrd="0" presId="urn:microsoft.com/office/officeart/2005/8/layout/orgChart1"/>
    <dgm:cxn modelId="{B402C826-8EB0-4158-8903-98C625837AB2}" type="presParOf" srcId="{EFAE5579-3136-467E-9F94-1B32A55B0B69}" destId="{F5B118A1-14BA-46F9-85AE-ABA7634A596D}" srcOrd="0" destOrd="0" presId="urn:microsoft.com/office/officeart/2005/8/layout/orgChart1"/>
    <dgm:cxn modelId="{EAC596AB-6541-4598-94BB-783A92DB0521}" type="presParOf" srcId="{F5B118A1-14BA-46F9-85AE-ABA7634A596D}" destId="{32A3398C-F83A-489A-A314-754EE910F097}" srcOrd="0" destOrd="0" presId="urn:microsoft.com/office/officeart/2005/8/layout/orgChart1"/>
    <dgm:cxn modelId="{69A8743C-6BEF-4026-B300-499141A0B2E5}" type="presParOf" srcId="{F5B118A1-14BA-46F9-85AE-ABA7634A596D}" destId="{FE6C05F6-191C-485F-9C0C-EB30DFBAEA94}" srcOrd="1" destOrd="0" presId="urn:microsoft.com/office/officeart/2005/8/layout/orgChart1"/>
    <dgm:cxn modelId="{66F39F78-EDA4-4A18-A796-902757F38C70}" type="presParOf" srcId="{EFAE5579-3136-467E-9F94-1B32A55B0B69}" destId="{F5C1154C-C7F4-4DF6-8304-895522C8A714}" srcOrd="1" destOrd="0" presId="urn:microsoft.com/office/officeart/2005/8/layout/orgChart1"/>
    <dgm:cxn modelId="{1CBD1932-D009-463F-A2F9-4BFADD2D8CE5}" type="presParOf" srcId="{EFAE5579-3136-467E-9F94-1B32A55B0B69}" destId="{E0ED316A-0FFF-40FF-AA84-0739406288D1}" srcOrd="2" destOrd="0" presId="urn:microsoft.com/office/officeart/2005/8/layout/orgChart1"/>
    <dgm:cxn modelId="{6888A133-8279-4389-8AE4-3702BD589AE2}" type="presParOf" srcId="{67C6042A-9C0F-47CA-92E2-6270A01FB641}" destId="{DFEA83BE-7728-41C0-A0EC-4A0948C6E5DA}" srcOrd="2" destOrd="0" presId="urn:microsoft.com/office/officeart/2005/8/layout/orgChart1"/>
    <dgm:cxn modelId="{B99665EF-38B3-44AE-94A6-A6DB4722495D}" type="presParOf" srcId="{D837C7DE-0172-4302-8150-71547B701579}" destId="{8A797A95-0D35-419C-A04F-A6F5B722873D}" srcOrd="4" destOrd="0" presId="urn:microsoft.com/office/officeart/2005/8/layout/orgChart1"/>
    <dgm:cxn modelId="{3DE5461F-57CA-4CA3-92CB-0EE4B4CE6223}" type="presParOf" srcId="{D837C7DE-0172-4302-8150-71547B701579}" destId="{A9692E9A-8A92-4896-8FA6-5F0D19615E93}" srcOrd="5" destOrd="0" presId="urn:microsoft.com/office/officeart/2005/8/layout/orgChart1"/>
    <dgm:cxn modelId="{8FDE3DB4-E139-4287-8024-1F078E5C1DCD}" type="presParOf" srcId="{A9692E9A-8A92-4896-8FA6-5F0D19615E93}" destId="{ACEDD448-F1E1-4ACF-929E-FF708243030B}" srcOrd="0" destOrd="0" presId="urn:microsoft.com/office/officeart/2005/8/layout/orgChart1"/>
    <dgm:cxn modelId="{0321004E-2EE9-4F5A-9783-7E78689C4545}" type="presParOf" srcId="{ACEDD448-F1E1-4ACF-929E-FF708243030B}" destId="{38059F9E-D0A3-47AB-B4A2-23F29BDD51FA}" srcOrd="0" destOrd="0" presId="urn:microsoft.com/office/officeart/2005/8/layout/orgChart1"/>
    <dgm:cxn modelId="{164C20B6-E1E5-4826-8AF4-2D4C40D2309E}" type="presParOf" srcId="{ACEDD448-F1E1-4ACF-929E-FF708243030B}" destId="{BDEFAEDB-D2EA-419D-86A7-EBAE3CB6929E}" srcOrd="1" destOrd="0" presId="urn:microsoft.com/office/officeart/2005/8/layout/orgChart1"/>
    <dgm:cxn modelId="{28F7046C-2417-40E5-A36E-4F7620EDF866}" type="presParOf" srcId="{A9692E9A-8A92-4896-8FA6-5F0D19615E93}" destId="{6A3ADE69-8818-4DCC-93FC-F9CD52C37060}" srcOrd="1" destOrd="0" presId="urn:microsoft.com/office/officeart/2005/8/layout/orgChart1"/>
    <dgm:cxn modelId="{0C3AF982-63AB-4937-912B-22F24DC88A2F}" type="presParOf" srcId="{6A3ADE69-8818-4DCC-93FC-F9CD52C37060}" destId="{D025F9E5-6A38-4D5D-AEDA-7FA74BD8029F}" srcOrd="0" destOrd="0" presId="urn:microsoft.com/office/officeart/2005/8/layout/orgChart1"/>
    <dgm:cxn modelId="{F9E07588-F1D4-424D-A279-9493A3B95E49}" type="presParOf" srcId="{6A3ADE69-8818-4DCC-93FC-F9CD52C37060}" destId="{8AE65F0A-4BD3-4B79-90E6-302FCBEE40B6}" srcOrd="1" destOrd="0" presId="urn:microsoft.com/office/officeart/2005/8/layout/orgChart1"/>
    <dgm:cxn modelId="{81DD243A-0BD9-40F0-A52C-9D9E74E3BE8F}" type="presParOf" srcId="{8AE65F0A-4BD3-4B79-90E6-302FCBEE40B6}" destId="{5273F8BD-66FA-471A-8759-38F0AC68B3C9}" srcOrd="0" destOrd="0" presId="urn:microsoft.com/office/officeart/2005/8/layout/orgChart1"/>
    <dgm:cxn modelId="{E97D027E-F6DB-4B54-BEA3-8F37B869530C}" type="presParOf" srcId="{5273F8BD-66FA-471A-8759-38F0AC68B3C9}" destId="{746315B9-AE00-4B23-8934-61B46331F458}" srcOrd="0" destOrd="0" presId="urn:microsoft.com/office/officeart/2005/8/layout/orgChart1"/>
    <dgm:cxn modelId="{99A574CC-AE82-40A0-81E3-C401121F2196}" type="presParOf" srcId="{5273F8BD-66FA-471A-8759-38F0AC68B3C9}" destId="{16221767-15F0-46E2-BF52-29C741A88365}" srcOrd="1" destOrd="0" presId="urn:microsoft.com/office/officeart/2005/8/layout/orgChart1"/>
    <dgm:cxn modelId="{069F6A12-0905-4A30-9E00-09314EFB8DBB}" type="presParOf" srcId="{8AE65F0A-4BD3-4B79-90E6-302FCBEE40B6}" destId="{B7904D3D-22B3-4FF5-B2E1-18A28EFB1188}" srcOrd="1" destOrd="0" presId="urn:microsoft.com/office/officeart/2005/8/layout/orgChart1"/>
    <dgm:cxn modelId="{7D147499-37D0-40FA-9DC8-CF5A31A0BC9C}" type="presParOf" srcId="{8AE65F0A-4BD3-4B79-90E6-302FCBEE40B6}" destId="{BFC1A8C2-FFD3-48A6-BC49-6784DE79E8D8}" srcOrd="2" destOrd="0" presId="urn:microsoft.com/office/officeart/2005/8/layout/orgChart1"/>
    <dgm:cxn modelId="{9CB18B64-71B9-417C-942F-500C0BBF253E}" type="presParOf" srcId="{6A3ADE69-8818-4DCC-93FC-F9CD52C37060}" destId="{DF147C62-B853-47AB-B04A-7AC656A036C6}" srcOrd="2" destOrd="0" presId="urn:microsoft.com/office/officeart/2005/8/layout/orgChart1"/>
    <dgm:cxn modelId="{61F6A068-8F9A-479B-914B-75A7D8B2CA27}" type="presParOf" srcId="{6A3ADE69-8818-4DCC-93FC-F9CD52C37060}" destId="{0A74F107-399F-4AD9-BF63-8E00498F1F01}" srcOrd="3" destOrd="0" presId="urn:microsoft.com/office/officeart/2005/8/layout/orgChart1"/>
    <dgm:cxn modelId="{5141D78C-9962-4B00-B691-F56F1E33F47D}" type="presParOf" srcId="{0A74F107-399F-4AD9-BF63-8E00498F1F01}" destId="{E7F5D496-8918-4AD4-9BC9-2814294E7736}" srcOrd="0" destOrd="0" presId="urn:microsoft.com/office/officeart/2005/8/layout/orgChart1"/>
    <dgm:cxn modelId="{9A48A8E8-43BC-4846-8A04-8DE99F3A209A}" type="presParOf" srcId="{E7F5D496-8918-4AD4-9BC9-2814294E7736}" destId="{868B4155-0EF8-4A4C-A994-B15BC76300DB}" srcOrd="0" destOrd="0" presId="urn:microsoft.com/office/officeart/2005/8/layout/orgChart1"/>
    <dgm:cxn modelId="{395B0AE9-6EA1-4B60-985A-33E4632188D8}" type="presParOf" srcId="{E7F5D496-8918-4AD4-9BC9-2814294E7736}" destId="{3064328D-35A2-49C8-9B39-13ACE45A0401}" srcOrd="1" destOrd="0" presId="urn:microsoft.com/office/officeart/2005/8/layout/orgChart1"/>
    <dgm:cxn modelId="{15FE9202-4D2C-49D1-BA94-203DF93D1CE1}" type="presParOf" srcId="{0A74F107-399F-4AD9-BF63-8E00498F1F01}" destId="{D4281A5C-5463-4829-84D6-2314F9728CC2}" srcOrd="1" destOrd="0" presId="urn:microsoft.com/office/officeart/2005/8/layout/orgChart1"/>
    <dgm:cxn modelId="{FD36237C-0EC4-4EFC-BC78-C12C5C499A95}" type="presParOf" srcId="{0A74F107-399F-4AD9-BF63-8E00498F1F01}" destId="{D0FFFB20-BAB8-41D8-A1F4-6482432DE5E3}" srcOrd="2" destOrd="0" presId="urn:microsoft.com/office/officeart/2005/8/layout/orgChart1"/>
    <dgm:cxn modelId="{8F181D7F-746F-4CB3-BCC2-0E57B096ADC8}" type="presParOf" srcId="{6A3ADE69-8818-4DCC-93FC-F9CD52C37060}" destId="{DBCACD2C-7F74-4B4D-A135-16BF33D07E53}" srcOrd="4" destOrd="0" presId="urn:microsoft.com/office/officeart/2005/8/layout/orgChart1"/>
    <dgm:cxn modelId="{A124910C-1C73-4269-996F-2CB93E9EA08B}" type="presParOf" srcId="{6A3ADE69-8818-4DCC-93FC-F9CD52C37060}" destId="{398C7ECE-42BA-4420-8B92-DCA249D9030E}" srcOrd="5" destOrd="0" presId="urn:microsoft.com/office/officeart/2005/8/layout/orgChart1"/>
    <dgm:cxn modelId="{46701E57-9440-4529-A6CB-F005660B59F0}" type="presParOf" srcId="{398C7ECE-42BA-4420-8B92-DCA249D9030E}" destId="{FBC48FF2-77D6-4451-AC43-B510D825E8C4}" srcOrd="0" destOrd="0" presId="urn:microsoft.com/office/officeart/2005/8/layout/orgChart1"/>
    <dgm:cxn modelId="{8F166323-1E37-4822-91C3-C18743586F2B}" type="presParOf" srcId="{FBC48FF2-77D6-4451-AC43-B510D825E8C4}" destId="{DE03C308-F820-44E8-B19A-EB1336CF5196}" srcOrd="0" destOrd="0" presId="urn:microsoft.com/office/officeart/2005/8/layout/orgChart1"/>
    <dgm:cxn modelId="{34612514-0982-44AE-8A7C-FD52BE19F31F}" type="presParOf" srcId="{FBC48FF2-77D6-4451-AC43-B510D825E8C4}" destId="{347F6BA8-9D84-4164-AF3E-BA0F82B4C8B2}" srcOrd="1" destOrd="0" presId="urn:microsoft.com/office/officeart/2005/8/layout/orgChart1"/>
    <dgm:cxn modelId="{53098815-F70E-43D3-A2C1-0746D0215556}" type="presParOf" srcId="{398C7ECE-42BA-4420-8B92-DCA249D9030E}" destId="{97DB021C-5DBB-41D2-B75C-E56D17AB8C61}" srcOrd="1" destOrd="0" presId="urn:microsoft.com/office/officeart/2005/8/layout/orgChart1"/>
    <dgm:cxn modelId="{15D8A37F-9690-480C-B595-7BFDA18DD58A}" type="presParOf" srcId="{398C7ECE-42BA-4420-8B92-DCA249D9030E}" destId="{6DD6EC8C-2DBF-49F2-8AB2-B04949CC3B08}" srcOrd="2" destOrd="0" presId="urn:microsoft.com/office/officeart/2005/8/layout/orgChart1"/>
    <dgm:cxn modelId="{C1E79271-36E1-4B56-A352-CC61884AA565}" type="presParOf" srcId="{A9692E9A-8A92-4896-8FA6-5F0D19615E93}" destId="{C9EE87FF-2154-45DF-B619-5B4C0A8E61A2}" srcOrd="2" destOrd="0" presId="urn:microsoft.com/office/officeart/2005/8/layout/orgChart1"/>
    <dgm:cxn modelId="{1C823F67-243B-4686-A652-03F6CF2AE166}" type="presParOf" srcId="{962DC8B7-4D32-4C3B-95BE-F9D93983EA6E}" destId="{9F0885C3-019E-491E-BC5C-5F0D4AB1541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7594EC-F938-451E-B01A-7CE0A1F72C0E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3ADD6D06-710C-48C7-B102-D172CA82DF95}">
      <dgm:prSet phldrT="[Text]" custT="1"/>
      <dgm:spPr/>
      <dgm:t>
        <a:bodyPr/>
        <a:lstStyle/>
        <a:p>
          <a:r>
            <a:rPr lang="sv-SE" sz="1000" dirty="0"/>
            <a:t>Start</a:t>
          </a:r>
        </a:p>
      </dgm:t>
    </dgm:pt>
    <dgm:pt modelId="{1B9F6D51-61C1-4A4A-8430-478DA26A6266}" type="parTrans" cxnId="{A9D1255A-C33E-4E74-BDE8-24B08EC20061}">
      <dgm:prSet/>
      <dgm:spPr/>
      <dgm:t>
        <a:bodyPr/>
        <a:lstStyle/>
        <a:p>
          <a:endParaRPr lang="sv-SE" sz="1000"/>
        </a:p>
      </dgm:t>
    </dgm:pt>
    <dgm:pt modelId="{A07D9868-8611-4CB5-8F1B-69BE0F898474}" type="sibTrans" cxnId="{A9D1255A-C33E-4E74-BDE8-24B08EC20061}">
      <dgm:prSet custT="1"/>
      <dgm:spPr/>
      <dgm:t>
        <a:bodyPr/>
        <a:lstStyle/>
        <a:p>
          <a:endParaRPr lang="en-US"/>
        </a:p>
      </dgm:t>
    </dgm:pt>
    <dgm:pt modelId="{866528F5-19B7-47AA-9D67-244D0EC62E37}">
      <dgm:prSet phldrT="[Text]" custT="1"/>
      <dgm:spPr/>
      <dgm:t>
        <a:bodyPr/>
        <a:lstStyle/>
        <a:p>
          <a:r>
            <a:rPr lang="sv-SE" sz="1000" dirty="0"/>
            <a:t>WP1.1 – Retrieve meter data from Building A</a:t>
          </a:r>
        </a:p>
      </dgm:t>
    </dgm:pt>
    <dgm:pt modelId="{4ECBFDCF-26F9-4DA2-8E3D-E7FB18985692}" type="parTrans" cxnId="{C2DBCD66-EF0F-408A-96FC-EB10FF3C685D}">
      <dgm:prSet/>
      <dgm:spPr/>
      <dgm:t>
        <a:bodyPr/>
        <a:lstStyle/>
        <a:p>
          <a:endParaRPr lang="sv-SE" sz="1000"/>
        </a:p>
      </dgm:t>
    </dgm:pt>
    <dgm:pt modelId="{7CE0B989-7A43-4F4A-B835-A7D08E0FBE63}" type="sibTrans" cxnId="{C2DBCD66-EF0F-408A-96FC-EB10FF3C685D}">
      <dgm:prSet custT="1"/>
      <dgm:spPr/>
      <dgm:t>
        <a:bodyPr/>
        <a:lstStyle/>
        <a:p>
          <a:endParaRPr lang="en-US"/>
        </a:p>
      </dgm:t>
    </dgm:pt>
    <dgm:pt modelId="{D833C48F-C7FB-4BA9-A777-5D061AF4397D}">
      <dgm:prSet phldrT="[Text]" custT="1"/>
      <dgm:spPr/>
      <dgm:t>
        <a:bodyPr/>
        <a:lstStyle/>
        <a:p>
          <a:r>
            <a:rPr lang="sv-SE" sz="1000" dirty="0"/>
            <a:t>WP1.2 – Retrieve meter data from Building B</a:t>
          </a:r>
        </a:p>
      </dgm:t>
    </dgm:pt>
    <dgm:pt modelId="{4C1763FF-C008-4177-833E-7BF73DD3A8E9}" type="parTrans" cxnId="{D7B2CA53-A10D-45B4-8227-E4556614A7B6}">
      <dgm:prSet/>
      <dgm:spPr/>
      <dgm:t>
        <a:bodyPr/>
        <a:lstStyle/>
        <a:p>
          <a:endParaRPr lang="sv-SE" sz="1000"/>
        </a:p>
      </dgm:t>
    </dgm:pt>
    <dgm:pt modelId="{0F529ADE-EBAE-44DE-933C-C19E4197F6C0}" type="sibTrans" cxnId="{D7B2CA53-A10D-45B4-8227-E4556614A7B6}">
      <dgm:prSet/>
      <dgm:spPr/>
      <dgm:t>
        <a:bodyPr/>
        <a:lstStyle/>
        <a:p>
          <a:endParaRPr lang="sv-SE" sz="1000"/>
        </a:p>
      </dgm:t>
    </dgm:pt>
    <dgm:pt modelId="{EA587C9E-0CB3-4A06-9BF8-DFEC5CAAFE07}">
      <dgm:prSet phldrT="[Text]" custT="1"/>
      <dgm:spPr/>
      <dgm:t>
        <a:bodyPr/>
        <a:lstStyle/>
        <a:p>
          <a:r>
            <a:rPr lang="sv-SE" sz="1000" dirty="0"/>
            <a:t>WP1.3 – Retrieve meter data from C</a:t>
          </a:r>
        </a:p>
      </dgm:t>
    </dgm:pt>
    <dgm:pt modelId="{5AF17C6A-50A1-4D22-8708-85F9D7C9D1B8}" type="parTrans" cxnId="{DCF4E30D-8550-4C9D-A040-4C9C78FC7DC4}">
      <dgm:prSet/>
      <dgm:spPr/>
      <dgm:t>
        <a:bodyPr/>
        <a:lstStyle/>
        <a:p>
          <a:endParaRPr lang="sv-SE"/>
        </a:p>
      </dgm:t>
    </dgm:pt>
    <dgm:pt modelId="{66BF685A-8128-4C93-A050-5AFA6158108B}" type="sibTrans" cxnId="{DCF4E30D-8550-4C9D-A040-4C9C78FC7DC4}">
      <dgm:prSet/>
      <dgm:spPr/>
      <dgm:t>
        <a:bodyPr/>
        <a:lstStyle/>
        <a:p>
          <a:endParaRPr lang="sv-SE"/>
        </a:p>
      </dgm:t>
    </dgm:pt>
    <dgm:pt modelId="{839E976B-FD2F-458E-B521-2129C0D78DA3}">
      <dgm:prSet phldrT="[Text]" custT="1"/>
      <dgm:spPr/>
      <dgm:t>
        <a:bodyPr/>
        <a:lstStyle/>
        <a:p>
          <a:r>
            <a:rPr lang="sv-SE" sz="1000" dirty="0"/>
            <a:t>WP2.1 – Combine datasets into unified format</a:t>
          </a:r>
        </a:p>
      </dgm:t>
    </dgm:pt>
    <dgm:pt modelId="{F69990F3-D826-4429-B38D-EEEFA706E334}" type="parTrans" cxnId="{F6579C55-D444-4EBE-866E-DA92628CEF76}">
      <dgm:prSet/>
      <dgm:spPr/>
      <dgm:t>
        <a:bodyPr/>
        <a:lstStyle/>
        <a:p>
          <a:endParaRPr lang="en-US"/>
        </a:p>
      </dgm:t>
    </dgm:pt>
    <dgm:pt modelId="{7F5E2DB5-0A0C-4B77-A38B-981E493CA099}" type="sibTrans" cxnId="{F6579C55-D444-4EBE-866E-DA92628CEF76}">
      <dgm:prSet/>
      <dgm:spPr/>
      <dgm:t>
        <a:bodyPr/>
        <a:lstStyle/>
        <a:p>
          <a:endParaRPr lang="en-US"/>
        </a:p>
      </dgm:t>
    </dgm:pt>
    <dgm:pt modelId="{0D247D8E-C316-4976-817D-27CE6A62D554}">
      <dgm:prSet phldrT="[Text]" custT="1"/>
      <dgm:spPr/>
      <dgm:t>
        <a:bodyPr/>
        <a:lstStyle/>
        <a:p>
          <a:r>
            <a:rPr lang="sv-SE" sz="1000" dirty="0"/>
            <a:t>WP2.2 – Clean missing/duplicate values</a:t>
          </a:r>
        </a:p>
      </dgm:t>
    </dgm:pt>
    <dgm:pt modelId="{70D51CD0-0396-43D1-8FBD-830D76368FFF}" type="parTrans" cxnId="{FF5EEC5D-20F8-4A8D-8AD0-0C46B663507C}">
      <dgm:prSet/>
      <dgm:spPr/>
      <dgm:t>
        <a:bodyPr/>
        <a:lstStyle/>
        <a:p>
          <a:endParaRPr lang="en-US"/>
        </a:p>
      </dgm:t>
    </dgm:pt>
    <dgm:pt modelId="{60EC5B27-7E03-468F-9AF0-D7C7D3633A7E}" type="sibTrans" cxnId="{FF5EEC5D-20F8-4A8D-8AD0-0C46B663507C}">
      <dgm:prSet/>
      <dgm:spPr/>
      <dgm:t>
        <a:bodyPr/>
        <a:lstStyle/>
        <a:p>
          <a:endParaRPr lang="en-US"/>
        </a:p>
      </dgm:t>
    </dgm:pt>
    <dgm:pt modelId="{35CC3C95-474E-40C9-B91B-FFC9E8579D02}">
      <dgm:prSet phldrT="[Text]" custT="1"/>
      <dgm:spPr/>
      <dgm:t>
        <a:bodyPr/>
        <a:lstStyle/>
        <a:p>
          <a:r>
            <a:rPr lang="sv-SE" sz="1000" dirty="0"/>
            <a:t>WP2.3 – Validate cleaned data with Energy Team</a:t>
          </a:r>
        </a:p>
      </dgm:t>
    </dgm:pt>
    <dgm:pt modelId="{A93B89A2-B694-459E-BA3D-B400D53F6605}" type="parTrans" cxnId="{F4C668C5-EDB6-4A86-9BD1-680B1AB8D499}">
      <dgm:prSet/>
      <dgm:spPr/>
      <dgm:t>
        <a:bodyPr/>
        <a:lstStyle/>
        <a:p>
          <a:endParaRPr lang="en-US"/>
        </a:p>
      </dgm:t>
    </dgm:pt>
    <dgm:pt modelId="{78B5E2B4-5E2E-42DC-9860-4E4B8D33038C}" type="sibTrans" cxnId="{F4C668C5-EDB6-4A86-9BD1-680B1AB8D499}">
      <dgm:prSet/>
      <dgm:spPr/>
      <dgm:t>
        <a:bodyPr/>
        <a:lstStyle/>
        <a:p>
          <a:endParaRPr lang="en-US"/>
        </a:p>
      </dgm:t>
    </dgm:pt>
    <dgm:pt modelId="{F46C2338-3181-4790-A100-2C7F2C56CD89}">
      <dgm:prSet phldrT="[Text]" custT="1"/>
      <dgm:spPr/>
      <dgm:t>
        <a:bodyPr/>
        <a:lstStyle/>
        <a:p>
          <a:r>
            <a:rPr lang="sv-SE" sz="1000" dirty="0"/>
            <a:t>WP3.1 - Create monthly energy summary report</a:t>
          </a:r>
        </a:p>
      </dgm:t>
    </dgm:pt>
    <dgm:pt modelId="{E927BD11-150E-4B55-8058-B6FA096F1D9C}" type="parTrans" cxnId="{F07B9CC3-45FA-4D04-9323-6CE2DED29B29}">
      <dgm:prSet/>
      <dgm:spPr/>
      <dgm:t>
        <a:bodyPr/>
        <a:lstStyle/>
        <a:p>
          <a:endParaRPr lang="en-US"/>
        </a:p>
      </dgm:t>
    </dgm:pt>
    <dgm:pt modelId="{B6F01D41-E550-4853-B164-86D62C3EEB56}" type="sibTrans" cxnId="{F07B9CC3-45FA-4D04-9323-6CE2DED29B29}">
      <dgm:prSet/>
      <dgm:spPr/>
      <dgm:t>
        <a:bodyPr/>
        <a:lstStyle/>
        <a:p>
          <a:endParaRPr lang="en-US"/>
        </a:p>
      </dgm:t>
    </dgm:pt>
    <dgm:pt modelId="{DA0B3D0F-516A-41F9-9349-028ABF09C26C}">
      <dgm:prSet phldrT="[Text]" custT="1"/>
      <dgm:spPr/>
      <dgm:t>
        <a:bodyPr/>
        <a:lstStyle/>
        <a:p>
          <a:r>
            <a:rPr lang="sv-SE" sz="1000" dirty="0"/>
            <a:t>WP3.2 - Prepare clean dataset package</a:t>
          </a:r>
        </a:p>
      </dgm:t>
    </dgm:pt>
    <dgm:pt modelId="{3814624C-82E5-4B52-BE8F-58498665AABD}" type="parTrans" cxnId="{D04388FE-494C-4B94-9D5F-37CCE4F7F9BD}">
      <dgm:prSet/>
      <dgm:spPr/>
      <dgm:t>
        <a:bodyPr/>
        <a:lstStyle/>
        <a:p>
          <a:endParaRPr lang="en-US"/>
        </a:p>
      </dgm:t>
    </dgm:pt>
    <dgm:pt modelId="{D3632CCE-E462-479B-B6DD-A7271A5365DC}" type="sibTrans" cxnId="{D04388FE-494C-4B94-9D5F-37CCE4F7F9BD}">
      <dgm:prSet/>
      <dgm:spPr/>
      <dgm:t>
        <a:bodyPr/>
        <a:lstStyle/>
        <a:p>
          <a:endParaRPr lang="en-US"/>
        </a:p>
      </dgm:t>
    </dgm:pt>
    <dgm:pt modelId="{029B8012-46F6-4877-843C-111867633DC4}">
      <dgm:prSet phldrT="[Text]" custT="1"/>
      <dgm:spPr/>
      <dgm:t>
        <a:bodyPr/>
        <a:lstStyle/>
        <a:p>
          <a:r>
            <a:rPr lang="sv-SE" sz="1000" dirty="0"/>
            <a:t>WP3.3 – Handover to Energy Operations</a:t>
          </a:r>
        </a:p>
      </dgm:t>
    </dgm:pt>
    <dgm:pt modelId="{9A478535-B87A-4200-83DD-BA47EDBD1735}" type="parTrans" cxnId="{B8AF7A61-1490-4AE1-9D90-5B44B62F0393}">
      <dgm:prSet/>
      <dgm:spPr/>
      <dgm:t>
        <a:bodyPr/>
        <a:lstStyle/>
        <a:p>
          <a:endParaRPr lang="en-US"/>
        </a:p>
      </dgm:t>
    </dgm:pt>
    <dgm:pt modelId="{35F44A17-AA17-4D72-877D-60977E79679A}" type="sibTrans" cxnId="{B8AF7A61-1490-4AE1-9D90-5B44B62F0393}">
      <dgm:prSet/>
      <dgm:spPr/>
      <dgm:t>
        <a:bodyPr/>
        <a:lstStyle/>
        <a:p>
          <a:endParaRPr lang="en-US"/>
        </a:p>
      </dgm:t>
    </dgm:pt>
    <dgm:pt modelId="{A45888CD-71B0-4ADB-A2A9-D02EF3A6E411}">
      <dgm:prSet phldrT="[Text]" custT="1"/>
      <dgm:spPr/>
      <dgm:t>
        <a:bodyPr/>
        <a:lstStyle/>
        <a:p>
          <a:r>
            <a:rPr lang="sv-SE" sz="1000" dirty="0"/>
            <a:t>Stop</a:t>
          </a:r>
        </a:p>
      </dgm:t>
    </dgm:pt>
    <dgm:pt modelId="{A209B01F-2005-468C-B881-580F5BFE8F8F}" type="parTrans" cxnId="{75D30CE6-271F-4347-AC14-E76B1B679FB2}">
      <dgm:prSet/>
      <dgm:spPr/>
      <dgm:t>
        <a:bodyPr/>
        <a:lstStyle/>
        <a:p>
          <a:endParaRPr lang="en-US"/>
        </a:p>
      </dgm:t>
    </dgm:pt>
    <dgm:pt modelId="{23988D76-FD23-4297-BD24-A97079FA3A66}" type="sibTrans" cxnId="{75D30CE6-271F-4347-AC14-E76B1B679FB2}">
      <dgm:prSet/>
      <dgm:spPr/>
      <dgm:t>
        <a:bodyPr/>
        <a:lstStyle/>
        <a:p>
          <a:endParaRPr lang="en-US"/>
        </a:p>
      </dgm:t>
    </dgm:pt>
    <dgm:pt modelId="{5E77BE01-FF33-4F21-ACB6-CCBBC3BF4649}" type="pres">
      <dgm:prSet presAssocID="{677594EC-F938-451E-B01A-7CE0A1F72C0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D8BAF44-607F-4FBD-8D98-40F341F4B1AC}" type="pres">
      <dgm:prSet presAssocID="{3ADD6D06-710C-48C7-B102-D172CA82DF95}" presName="root1" presStyleCnt="0"/>
      <dgm:spPr/>
    </dgm:pt>
    <dgm:pt modelId="{8C616582-94A3-425B-A206-F8F30E5F1A31}" type="pres">
      <dgm:prSet presAssocID="{3ADD6D06-710C-48C7-B102-D172CA82DF95}" presName="LevelOneTextNode" presStyleLbl="node0" presStyleIdx="0" presStyleCnt="1" custScaleX="67106" custLinFactNeighborX="12762" custLinFactNeighborY="4364">
        <dgm:presLayoutVars>
          <dgm:chPref val="3"/>
        </dgm:presLayoutVars>
      </dgm:prSet>
      <dgm:spPr/>
    </dgm:pt>
    <dgm:pt modelId="{86580C75-8AE8-443B-8F28-78FC73A9065A}" type="pres">
      <dgm:prSet presAssocID="{3ADD6D06-710C-48C7-B102-D172CA82DF95}" presName="level2hierChild" presStyleCnt="0"/>
      <dgm:spPr/>
    </dgm:pt>
    <dgm:pt modelId="{542B660D-BEDC-48B5-9FD2-BD7DC22BA8E3}" type="pres">
      <dgm:prSet presAssocID="{4ECBFDCF-26F9-4DA2-8E3D-E7FB18985692}" presName="conn2-1" presStyleLbl="parChTrans1D2" presStyleIdx="0" presStyleCnt="3"/>
      <dgm:spPr/>
    </dgm:pt>
    <dgm:pt modelId="{9C700629-E478-4113-9C8E-194AA607E493}" type="pres">
      <dgm:prSet presAssocID="{4ECBFDCF-26F9-4DA2-8E3D-E7FB18985692}" presName="connTx" presStyleLbl="parChTrans1D2" presStyleIdx="0" presStyleCnt="3"/>
      <dgm:spPr/>
    </dgm:pt>
    <dgm:pt modelId="{5FF3D429-51EB-49B8-87D0-17DDD0DA71BF}" type="pres">
      <dgm:prSet presAssocID="{866528F5-19B7-47AA-9D67-244D0EC62E37}" presName="root2" presStyleCnt="0"/>
      <dgm:spPr/>
    </dgm:pt>
    <dgm:pt modelId="{1BEE67C7-1D7F-4CAC-AE41-371A3476D5C4}" type="pres">
      <dgm:prSet presAssocID="{866528F5-19B7-47AA-9D67-244D0EC62E37}" presName="LevelTwoTextNode" presStyleLbl="node2" presStyleIdx="0" presStyleCnt="3" custScaleX="207305" custLinFactNeighborX="23664" custLinFactNeighborY="-40388">
        <dgm:presLayoutVars>
          <dgm:chPref val="3"/>
        </dgm:presLayoutVars>
      </dgm:prSet>
      <dgm:spPr/>
    </dgm:pt>
    <dgm:pt modelId="{FA8EA727-7949-4E7C-8651-AE508195C043}" type="pres">
      <dgm:prSet presAssocID="{866528F5-19B7-47AA-9D67-244D0EC62E37}" presName="level3hierChild" presStyleCnt="0"/>
      <dgm:spPr/>
    </dgm:pt>
    <dgm:pt modelId="{91910558-83F4-4FCF-B500-30C7452A6262}" type="pres">
      <dgm:prSet presAssocID="{4C1763FF-C008-4177-833E-7BF73DD3A8E9}" presName="conn2-1" presStyleLbl="parChTrans1D2" presStyleIdx="1" presStyleCnt="3"/>
      <dgm:spPr/>
    </dgm:pt>
    <dgm:pt modelId="{0D2DB660-7B0A-4CFD-A6D8-2851D1CE5642}" type="pres">
      <dgm:prSet presAssocID="{4C1763FF-C008-4177-833E-7BF73DD3A8E9}" presName="connTx" presStyleLbl="parChTrans1D2" presStyleIdx="1" presStyleCnt="3"/>
      <dgm:spPr/>
    </dgm:pt>
    <dgm:pt modelId="{1DA076B0-7251-48F4-8306-AD9E321A1DD6}" type="pres">
      <dgm:prSet presAssocID="{D833C48F-C7FB-4BA9-A777-5D061AF4397D}" presName="root2" presStyleCnt="0"/>
      <dgm:spPr/>
    </dgm:pt>
    <dgm:pt modelId="{70D095B0-F079-4151-894D-7E8E5F48D93D}" type="pres">
      <dgm:prSet presAssocID="{D833C48F-C7FB-4BA9-A777-5D061AF4397D}" presName="LevelTwoTextNode" presStyleLbl="node2" presStyleIdx="1" presStyleCnt="3" custScaleX="212428" custScaleY="108020" custLinFactNeighborX="17377" custLinFactNeighborY="5952">
        <dgm:presLayoutVars>
          <dgm:chPref val="3"/>
        </dgm:presLayoutVars>
      </dgm:prSet>
      <dgm:spPr/>
    </dgm:pt>
    <dgm:pt modelId="{78602913-EF4B-4517-93A0-14253B16AF7E}" type="pres">
      <dgm:prSet presAssocID="{D833C48F-C7FB-4BA9-A777-5D061AF4397D}" presName="level3hierChild" presStyleCnt="0"/>
      <dgm:spPr/>
    </dgm:pt>
    <dgm:pt modelId="{13CFC6BB-4CD1-4537-96C8-74C80338C60F}" type="pres">
      <dgm:prSet presAssocID="{F69990F3-D826-4429-B38D-EEEFA706E334}" presName="conn2-1" presStyleLbl="parChTrans1D3" presStyleIdx="0" presStyleCnt="1"/>
      <dgm:spPr/>
    </dgm:pt>
    <dgm:pt modelId="{B0FA24B1-6379-4E64-BA00-86926172CD1D}" type="pres">
      <dgm:prSet presAssocID="{F69990F3-D826-4429-B38D-EEEFA706E334}" presName="connTx" presStyleLbl="parChTrans1D3" presStyleIdx="0" presStyleCnt="1"/>
      <dgm:spPr/>
    </dgm:pt>
    <dgm:pt modelId="{D104D727-CA71-487C-9AB9-2D3D6248144C}" type="pres">
      <dgm:prSet presAssocID="{839E976B-FD2F-458E-B521-2129C0D78DA3}" presName="root2" presStyleCnt="0"/>
      <dgm:spPr/>
    </dgm:pt>
    <dgm:pt modelId="{C4E8F3CC-B2D0-40D6-87CA-5E145251E003}" type="pres">
      <dgm:prSet presAssocID="{839E976B-FD2F-458E-B521-2129C0D78DA3}" presName="LevelTwoTextNode" presStyleLbl="node3" presStyleIdx="0" presStyleCnt="1" custScaleX="254129" custScaleY="108427" custLinFactNeighborX="26748" custLinFactNeighborY="3755">
        <dgm:presLayoutVars>
          <dgm:chPref val="3"/>
        </dgm:presLayoutVars>
      </dgm:prSet>
      <dgm:spPr/>
    </dgm:pt>
    <dgm:pt modelId="{5BCACE94-CB61-41CE-91E1-3B00532437CB}" type="pres">
      <dgm:prSet presAssocID="{839E976B-FD2F-458E-B521-2129C0D78DA3}" presName="level3hierChild" presStyleCnt="0"/>
      <dgm:spPr/>
    </dgm:pt>
    <dgm:pt modelId="{35B37857-4235-4F2D-B8C1-B5389AF71D1B}" type="pres">
      <dgm:prSet presAssocID="{70D51CD0-0396-43D1-8FBD-830D76368FFF}" presName="conn2-1" presStyleLbl="parChTrans1D4" presStyleIdx="0" presStyleCnt="6"/>
      <dgm:spPr/>
    </dgm:pt>
    <dgm:pt modelId="{44F1D386-3C54-4C8D-8922-B0F31F94ECDE}" type="pres">
      <dgm:prSet presAssocID="{70D51CD0-0396-43D1-8FBD-830D76368FFF}" presName="connTx" presStyleLbl="parChTrans1D4" presStyleIdx="0" presStyleCnt="6"/>
      <dgm:spPr/>
    </dgm:pt>
    <dgm:pt modelId="{443DA9B5-3EF1-4622-9478-EACCA226A4B3}" type="pres">
      <dgm:prSet presAssocID="{0D247D8E-C316-4976-817D-27CE6A62D554}" presName="root2" presStyleCnt="0"/>
      <dgm:spPr/>
    </dgm:pt>
    <dgm:pt modelId="{2A9DCD34-5E48-444A-9746-3697F47D883B}" type="pres">
      <dgm:prSet presAssocID="{0D247D8E-C316-4976-817D-27CE6A62D554}" presName="LevelTwoTextNode" presStyleLbl="node4" presStyleIdx="0" presStyleCnt="6" custScaleX="208218" custScaleY="102070" custLinFactNeighborX="16882" custLinFactNeighborY="3848">
        <dgm:presLayoutVars>
          <dgm:chPref val="3"/>
        </dgm:presLayoutVars>
      </dgm:prSet>
      <dgm:spPr/>
    </dgm:pt>
    <dgm:pt modelId="{B0BD1DD7-87A5-448B-AC7A-5AA2B0D30361}" type="pres">
      <dgm:prSet presAssocID="{0D247D8E-C316-4976-817D-27CE6A62D554}" presName="level3hierChild" presStyleCnt="0"/>
      <dgm:spPr/>
    </dgm:pt>
    <dgm:pt modelId="{6D14911E-A37C-4BA6-BDEE-B975BA3466F2}" type="pres">
      <dgm:prSet presAssocID="{A93B89A2-B694-459E-BA3D-B400D53F6605}" presName="conn2-1" presStyleLbl="parChTrans1D4" presStyleIdx="1" presStyleCnt="6"/>
      <dgm:spPr/>
    </dgm:pt>
    <dgm:pt modelId="{0247A254-C442-47CE-A413-0A8DD607E748}" type="pres">
      <dgm:prSet presAssocID="{A93B89A2-B694-459E-BA3D-B400D53F6605}" presName="connTx" presStyleLbl="parChTrans1D4" presStyleIdx="1" presStyleCnt="6"/>
      <dgm:spPr/>
    </dgm:pt>
    <dgm:pt modelId="{25A6F3B4-D9DD-4000-80CD-F47F87A5A8E2}" type="pres">
      <dgm:prSet presAssocID="{35CC3C95-474E-40C9-B91B-FFC9E8579D02}" presName="root2" presStyleCnt="0"/>
      <dgm:spPr/>
    </dgm:pt>
    <dgm:pt modelId="{97266CA2-466B-4CFB-82F0-3DE5BC7751A6}" type="pres">
      <dgm:prSet presAssocID="{35CC3C95-474E-40C9-B91B-FFC9E8579D02}" presName="LevelTwoTextNode" presStyleLbl="node4" presStyleIdx="1" presStyleCnt="6" custScaleX="240642" custLinFactNeighborX="29601" custLinFactNeighborY="1742">
        <dgm:presLayoutVars>
          <dgm:chPref val="3"/>
        </dgm:presLayoutVars>
      </dgm:prSet>
      <dgm:spPr/>
    </dgm:pt>
    <dgm:pt modelId="{F4B73C71-87F6-43D4-8523-86D2FF7B785A}" type="pres">
      <dgm:prSet presAssocID="{35CC3C95-474E-40C9-B91B-FFC9E8579D02}" presName="level3hierChild" presStyleCnt="0"/>
      <dgm:spPr/>
    </dgm:pt>
    <dgm:pt modelId="{3C10C47F-917B-44A8-8BD6-1F37150376DD}" type="pres">
      <dgm:prSet presAssocID="{E927BD11-150E-4B55-8058-B6FA096F1D9C}" presName="conn2-1" presStyleLbl="parChTrans1D4" presStyleIdx="2" presStyleCnt="6"/>
      <dgm:spPr/>
    </dgm:pt>
    <dgm:pt modelId="{0857AD50-D969-48DA-B05E-3CBA75E1B725}" type="pres">
      <dgm:prSet presAssocID="{E927BD11-150E-4B55-8058-B6FA096F1D9C}" presName="connTx" presStyleLbl="parChTrans1D4" presStyleIdx="2" presStyleCnt="6"/>
      <dgm:spPr/>
    </dgm:pt>
    <dgm:pt modelId="{20ACB5F3-4D27-477F-BA96-8AF1FD700F31}" type="pres">
      <dgm:prSet presAssocID="{F46C2338-3181-4790-A100-2C7F2C56CD89}" presName="root2" presStyleCnt="0"/>
      <dgm:spPr/>
    </dgm:pt>
    <dgm:pt modelId="{A9A06581-0830-4ABE-81D6-9E631F455EDF}" type="pres">
      <dgm:prSet presAssocID="{F46C2338-3181-4790-A100-2C7F2C56CD89}" presName="LevelTwoTextNode" presStyleLbl="node4" presStyleIdx="2" presStyleCnt="6" custScaleX="202017" custLinFactNeighborX="20554" custLinFactNeighborY="-46814">
        <dgm:presLayoutVars>
          <dgm:chPref val="3"/>
        </dgm:presLayoutVars>
      </dgm:prSet>
      <dgm:spPr/>
    </dgm:pt>
    <dgm:pt modelId="{F2929206-5489-4936-BEF0-2A0AA28B7BAE}" type="pres">
      <dgm:prSet presAssocID="{F46C2338-3181-4790-A100-2C7F2C56CD89}" presName="level3hierChild" presStyleCnt="0"/>
      <dgm:spPr/>
    </dgm:pt>
    <dgm:pt modelId="{B4B561A3-17C9-44CB-BC99-E3B50FE07919}" type="pres">
      <dgm:prSet presAssocID="{9A478535-B87A-4200-83DD-BA47EDBD1735}" presName="conn2-1" presStyleLbl="parChTrans1D4" presStyleIdx="3" presStyleCnt="6"/>
      <dgm:spPr/>
    </dgm:pt>
    <dgm:pt modelId="{0C68C26E-801C-4BDB-8D5C-8B1367114AF7}" type="pres">
      <dgm:prSet presAssocID="{9A478535-B87A-4200-83DD-BA47EDBD1735}" presName="connTx" presStyleLbl="parChTrans1D4" presStyleIdx="3" presStyleCnt="6"/>
      <dgm:spPr/>
    </dgm:pt>
    <dgm:pt modelId="{245294B2-9DED-44B2-BE32-28BA6BA79A56}" type="pres">
      <dgm:prSet presAssocID="{029B8012-46F6-4877-843C-111867633DC4}" presName="root2" presStyleCnt="0"/>
      <dgm:spPr/>
    </dgm:pt>
    <dgm:pt modelId="{3B5A47BC-F64E-4800-A8B5-4FF1EFA5F93F}" type="pres">
      <dgm:prSet presAssocID="{029B8012-46F6-4877-843C-111867633DC4}" presName="LevelTwoTextNode" presStyleLbl="node4" presStyleIdx="3" presStyleCnt="6" custScaleX="171852" custLinFactNeighborX="13080" custLinFactNeighborY="62149">
        <dgm:presLayoutVars>
          <dgm:chPref val="3"/>
        </dgm:presLayoutVars>
      </dgm:prSet>
      <dgm:spPr/>
    </dgm:pt>
    <dgm:pt modelId="{E6512BBC-1529-4A83-8F56-C0A2BE0E42D6}" type="pres">
      <dgm:prSet presAssocID="{029B8012-46F6-4877-843C-111867633DC4}" presName="level3hierChild" presStyleCnt="0"/>
      <dgm:spPr/>
    </dgm:pt>
    <dgm:pt modelId="{FBC464E4-A898-4585-9EDC-58312B7C1513}" type="pres">
      <dgm:prSet presAssocID="{A209B01F-2005-468C-B881-580F5BFE8F8F}" presName="conn2-1" presStyleLbl="parChTrans1D4" presStyleIdx="4" presStyleCnt="6"/>
      <dgm:spPr/>
    </dgm:pt>
    <dgm:pt modelId="{E5412928-08DC-417E-8EE0-6A2D2C851CB4}" type="pres">
      <dgm:prSet presAssocID="{A209B01F-2005-468C-B881-580F5BFE8F8F}" presName="connTx" presStyleLbl="parChTrans1D4" presStyleIdx="4" presStyleCnt="6"/>
      <dgm:spPr/>
    </dgm:pt>
    <dgm:pt modelId="{BC07AD9A-25F0-4E58-BB82-5F347D57783E}" type="pres">
      <dgm:prSet presAssocID="{A45888CD-71B0-4ADB-A2A9-D02EF3A6E411}" presName="root2" presStyleCnt="0"/>
      <dgm:spPr/>
    </dgm:pt>
    <dgm:pt modelId="{9F789EDD-C5C9-4F73-9F21-C2F0C5E79AE4}" type="pres">
      <dgm:prSet presAssocID="{A45888CD-71B0-4ADB-A2A9-D02EF3A6E411}" presName="LevelTwoTextNode" presStyleLbl="node4" presStyleIdx="4" presStyleCnt="6" custScaleX="65795" custLinFactNeighborX="-6389" custLinFactNeighborY="59295">
        <dgm:presLayoutVars>
          <dgm:chPref val="3"/>
        </dgm:presLayoutVars>
      </dgm:prSet>
      <dgm:spPr/>
    </dgm:pt>
    <dgm:pt modelId="{6A96BF33-B2E5-4617-BCB5-B885B5CE2BAC}" type="pres">
      <dgm:prSet presAssocID="{A45888CD-71B0-4ADB-A2A9-D02EF3A6E411}" presName="level3hierChild" presStyleCnt="0"/>
      <dgm:spPr/>
    </dgm:pt>
    <dgm:pt modelId="{762032C3-4EAF-43A5-82F2-470E180A3B4D}" type="pres">
      <dgm:prSet presAssocID="{3814624C-82E5-4B52-BE8F-58498665AABD}" presName="conn2-1" presStyleLbl="parChTrans1D4" presStyleIdx="5" presStyleCnt="6"/>
      <dgm:spPr/>
    </dgm:pt>
    <dgm:pt modelId="{C2EDBB8E-7E37-4201-960F-CC0AD62692F1}" type="pres">
      <dgm:prSet presAssocID="{3814624C-82E5-4B52-BE8F-58498665AABD}" presName="connTx" presStyleLbl="parChTrans1D4" presStyleIdx="5" presStyleCnt="6"/>
      <dgm:spPr/>
    </dgm:pt>
    <dgm:pt modelId="{700FC72A-3C17-4859-AC36-23F0D51F0F7C}" type="pres">
      <dgm:prSet presAssocID="{DA0B3D0F-516A-41F9-9349-028ABF09C26C}" presName="root2" presStyleCnt="0"/>
      <dgm:spPr/>
    </dgm:pt>
    <dgm:pt modelId="{C38CA43D-6675-4D28-AD2A-197FC1AA1F30}" type="pres">
      <dgm:prSet presAssocID="{DA0B3D0F-516A-41F9-9349-028ABF09C26C}" presName="LevelTwoTextNode" presStyleLbl="node4" presStyleIdx="5" presStyleCnt="6" custScaleX="196702" custLinFactNeighborX="28662" custLinFactNeighborY="47732">
        <dgm:presLayoutVars>
          <dgm:chPref val="3"/>
        </dgm:presLayoutVars>
      </dgm:prSet>
      <dgm:spPr/>
    </dgm:pt>
    <dgm:pt modelId="{F079CC79-9FE9-49DC-954B-3ADDC366076B}" type="pres">
      <dgm:prSet presAssocID="{DA0B3D0F-516A-41F9-9349-028ABF09C26C}" presName="level3hierChild" presStyleCnt="0"/>
      <dgm:spPr/>
    </dgm:pt>
    <dgm:pt modelId="{9285A836-B826-488B-B5E1-80B4AF879C89}" type="pres">
      <dgm:prSet presAssocID="{5AF17C6A-50A1-4D22-8708-85F9D7C9D1B8}" presName="conn2-1" presStyleLbl="parChTrans1D2" presStyleIdx="2" presStyleCnt="3"/>
      <dgm:spPr/>
    </dgm:pt>
    <dgm:pt modelId="{641899C1-BDF6-4950-B31E-6C677A9F7CDA}" type="pres">
      <dgm:prSet presAssocID="{5AF17C6A-50A1-4D22-8708-85F9D7C9D1B8}" presName="connTx" presStyleLbl="parChTrans1D2" presStyleIdx="2" presStyleCnt="3"/>
      <dgm:spPr/>
    </dgm:pt>
    <dgm:pt modelId="{4DF341E3-D4A4-4F6F-ADD2-59F37C28F3CB}" type="pres">
      <dgm:prSet presAssocID="{EA587C9E-0CB3-4A06-9BF8-DFEC5CAAFE07}" presName="root2" presStyleCnt="0"/>
      <dgm:spPr/>
    </dgm:pt>
    <dgm:pt modelId="{AB5E9A6D-A64E-4049-8BB5-D7AAF6271910}" type="pres">
      <dgm:prSet presAssocID="{EA587C9E-0CB3-4A06-9BF8-DFEC5CAAFE07}" presName="LevelTwoTextNode" presStyleLbl="node2" presStyleIdx="2" presStyleCnt="3" custScaleX="212829" custScaleY="115307" custLinFactNeighborX="21696" custLinFactNeighborY="99367">
        <dgm:presLayoutVars>
          <dgm:chPref val="3"/>
        </dgm:presLayoutVars>
      </dgm:prSet>
      <dgm:spPr/>
    </dgm:pt>
    <dgm:pt modelId="{A3A2C5BC-A682-4F4F-A8F4-59873875F366}" type="pres">
      <dgm:prSet presAssocID="{EA587C9E-0CB3-4A06-9BF8-DFEC5CAAFE07}" presName="level3hierChild" presStyleCnt="0"/>
      <dgm:spPr/>
    </dgm:pt>
  </dgm:ptLst>
  <dgm:cxnLst>
    <dgm:cxn modelId="{198D5B02-5AF4-455A-864F-7A40F6932F18}" type="presOf" srcId="{E927BD11-150E-4B55-8058-B6FA096F1D9C}" destId="{0857AD50-D969-48DA-B05E-3CBA75E1B725}" srcOrd="1" destOrd="0" presId="urn:microsoft.com/office/officeart/2005/8/layout/hierarchy2"/>
    <dgm:cxn modelId="{51D3AE05-6F2A-4B61-8CC5-9E840740071E}" type="presOf" srcId="{DA0B3D0F-516A-41F9-9349-028ABF09C26C}" destId="{C38CA43D-6675-4D28-AD2A-197FC1AA1F30}" srcOrd="0" destOrd="0" presId="urn:microsoft.com/office/officeart/2005/8/layout/hierarchy2"/>
    <dgm:cxn modelId="{982CC905-97BA-4625-A29A-21845F340C33}" type="presOf" srcId="{3ADD6D06-710C-48C7-B102-D172CA82DF95}" destId="{8C616582-94A3-425B-A206-F8F30E5F1A31}" srcOrd="0" destOrd="0" presId="urn:microsoft.com/office/officeart/2005/8/layout/hierarchy2"/>
    <dgm:cxn modelId="{DCF4E30D-8550-4C9D-A040-4C9C78FC7DC4}" srcId="{3ADD6D06-710C-48C7-B102-D172CA82DF95}" destId="{EA587C9E-0CB3-4A06-9BF8-DFEC5CAAFE07}" srcOrd="2" destOrd="0" parTransId="{5AF17C6A-50A1-4D22-8708-85F9D7C9D1B8}" sibTransId="{66BF685A-8128-4C93-A050-5AFA6158108B}"/>
    <dgm:cxn modelId="{54A8070F-71AF-4322-A371-E0BB2FB257D2}" type="presOf" srcId="{A209B01F-2005-468C-B881-580F5BFE8F8F}" destId="{E5412928-08DC-417E-8EE0-6A2D2C851CB4}" srcOrd="1" destOrd="0" presId="urn:microsoft.com/office/officeart/2005/8/layout/hierarchy2"/>
    <dgm:cxn modelId="{2A567E16-3C9E-42E8-9D6C-EBCC1771ACA0}" type="presOf" srcId="{3814624C-82E5-4B52-BE8F-58498665AABD}" destId="{C2EDBB8E-7E37-4201-960F-CC0AD62692F1}" srcOrd="1" destOrd="0" presId="urn:microsoft.com/office/officeart/2005/8/layout/hierarchy2"/>
    <dgm:cxn modelId="{557ECD1A-03EA-4B2A-9FE2-4D2545D3CBB7}" type="presOf" srcId="{F69990F3-D826-4429-B38D-EEEFA706E334}" destId="{13CFC6BB-4CD1-4537-96C8-74C80338C60F}" srcOrd="0" destOrd="0" presId="urn:microsoft.com/office/officeart/2005/8/layout/hierarchy2"/>
    <dgm:cxn modelId="{6E494020-B9B1-40F0-A018-283702FEF8C5}" type="presOf" srcId="{4C1763FF-C008-4177-833E-7BF73DD3A8E9}" destId="{0D2DB660-7B0A-4CFD-A6D8-2851D1CE5642}" srcOrd="1" destOrd="0" presId="urn:microsoft.com/office/officeart/2005/8/layout/hierarchy2"/>
    <dgm:cxn modelId="{C17ADE22-2682-4196-A51E-38E94A3BEF99}" type="presOf" srcId="{5AF17C6A-50A1-4D22-8708-85F9D7C9D1B8}" destId="{9285A836-B826-488B-B5E1-80B4AF879C89}" srcOrd="0" destOrd="0" presId="urn:microsoft.com/office/officeart/2005/8/layout/hierarchy2"/>
    <dgm:cxn modelId="{2F5D2C23-D3A6-4431-BC66-954DCD3AF6CE}" type="presOf" srcId="{0D247D8E-C316-4976-817D-27CE6A62D554}" destId="{2A9DCD34-5E48-444A-9746-3697F47D883B}" srcOrd="0" destOrd="0" presId="urn:microsoft.com/office/officeart/2005/8/layout/hierarchy2"/>
    <dgm:cxn modelId="{7B55CB2A-8547-458A-AF2C-AD1F9A905DB7}" type="presOf" srcId="{D833C48F-C7FB-4BA9-A777-5D061AF4397D}" destId="{70D095B0-F079-4151-894D-7E8E5F48D93D}" srcOrd="0" destOrd="0" presId="urn:microsoft.com/office/officeart/2005/8/layout/hierarchy2"/>
    <dgm:cxn modelId="{CF6FCA35-BDD5-442E-940C-C7C6261FE926}" type="presOf" srcId="{3814624C-82E5-4B52-BE8F-58498665AABD}" destId="{762032C3-4EAF-43A5-82F2-470E180A3B4D}" srcOrd="0" destOrd="0" presId="urn:microsoft.com/office/officeart/2005/8/layout/hierarchy2"/>
    <dgm:cxn modelId="{FF5EEC5D-20F8-4A8D-8AD0-0C46B663507C}" srcId="{839E976B-FD2F-458E-B521-2129C0D78DA3}" destId="{0D247D8E-C316-4976-817D-27CE6A62D554}" srcOrd="0" destOrd="0" parTransId="{70D51CD0-0396-43D1-8FBD-830D76368FFF}" sibTransId="{60EC5B27-7E03-468F-9AF0-D7C7D3633A7E}"/>
    <dgm:cxn modelId="{B8AF7A61-1490-4AE1-9D90-5B44B62F0393}" srcId="{F46C2338-3181-4790-A100-2C7F2C56CD89}" destId="{029B8012-46F6-4877-843C-111867633DC4}" srcOrd="0" destOrd="0" parTransId="{9A478535-B87A-4200-83DD-BA47EDBD1735}" sibTransId="{35F44A17-AA17-4D72-877D-60977E79679A}"/>
    <dgm:cxn modelId="{C2DBCD66-EF0F-408A-96FC-EB10FF3C685D}" srcId="{3ADD6D06-710C-48C7-B102-D172CA82DF95}" destId="{866528F5-19B7-47AA-9D67-244D0EC62E37}" srcOrd="0" destOrd="0" parTransId="{4ECBFDCF-26F9-4DA2-8E3D-E7FB18985692}" sibTransId="{7CE0B989-7A43-4F4A-B835-A7D08E0FBE63}"/>
    <dgm:cxn modelId="{8EDEDA47-2EEB-4E72-8853-39664A46823C}" type="presOf" srcId="{A93B89A2-B694-459E-BA3D-B400D53F6605}" destId="{0247A254-C442-47CE-A413-0A8DD607E748}" srcOrd="1" destOrd="0" presId="urn:microsoft.com/office/officeart/2005/8/layout/hierarchy2"/>
    <dgm:cxn modelId="{D672F367-A209-4235-84D5-D48982A16DCB}" type="presOf" srcId="{9A478535-B87A-4200-83DD-BA47EDBD1735}" destId="{B4B561A3-17C9-44CB-BC99-E3B50FE07919}" srcOrd="0" destOrd="0" presId="urn:microsoft.com/office/officeart/2005/8/layout/hierarchy2"/>
    <dgm:cxn modelId="{E25C1F6B-A345-4D4E-807C-046CDDDB0015}" type="presOf" srcId="{4ECBFDCF-26F9-4DA2-8E3D-E7FB18985692}" destId="{542B660D-BEDC-48B5-9FD2-BD7DC22BA8E3}" srcOrd="0" destOrd="0" presId="urn:microsoft.com/office/officeart/2005/8/layout/hierarchy2"/>
    <dgm:cxn modelId="{D7B2CA53-A10D-45B4-8227-E4556614A7B6}" srcId="{3ADD6D06-710C-48C7-B102-D172CA82DF95}" destId="{D833C48F-C7FB-4BA9-A777-5D061AF4397D}" srcOrd="1" destOrd="0" parTransId="{4C1763FF-C008-4177-833E-7BF73DD3A8E9}" sibTransId="{0F529ADE-EBAE-44DE-933C-C19E4197F6C0}"/>
    <dgm:cxn modelId="{F6579C55-D444-4EBE-866E-DA92628CEF76}" srcId="{D833C48F-C7FB-4BA9-A777-5D061AF4397D}" destId="{839E976B-FD2F-458E-B521-2129C0D78DA3}" srcOrd="0" destOrd="0" parTransId="{F69990F3-D826-4429-B38D-EEEFA706E334}" sibTransId="{7F5E2DB5-0A0C-4B77-A38B-981E493CA099}"/>
    <dgm:cxn modelId="{C5903677-FF13-42C7-AD9B-8017857325AD}" type="presOf" srcId="{70D51CD0-0396-43D1-8FBD-830D76368FFF}" destId="{35B37857-4235-4F2D-B8C1-B5389AF71D1B}" srcOrd="0" destOrd="0" presId="urn:microsoft.com/office/officeart/2005/8/layout/hierarchy2"/>
    <dgm:cxn modelId="{DAD9EF78-3EDD-4896-A470-C7DA53FEE954}" type="presOf" srcId="{4C1763FF-C008-4177-833E-7BF73DD3A8E9}" destId="{91910558-83F4-4FCF-B500-30C7452A6262}" srcOrd="0" destOrd="0" presId="urn:microsoft.com/office/officeart/2005/8/layout/hierarchy2"/>
    <dgm:cxn modelId="{A9D1255A-C33E-4E74-BDE8-24B08EC20061}" srcId="{677594EC-F938-451E-B01A-7CE0A1F72C0E}" destId="{3ADD6D06-710C-48C7-B102-D172CA82DF95}" srcOrd="0" destOrd="0" parTransId="{1B9F6D51-61C1-4A4A-8430-478DA26A6266}" sibTransId="{A07D9868-8611-4CB5-8F1B-69BE0F898474}"/>
    <dgm:cxn modelId="{64A9E37B-1E3F-4BF5-9732-EA434E641D4F}" type="presOf" srcId="{E927BD11-150E-4B55-8058-B6FA096F1D9C}" destId="{3C10C47F-917B-44A8-8BD6-1F37150376DD}" srcOrd="0" destOrd="0" presId="urn:microsoft.com/office/officeart/2005/8/layout/hierarchy2"/>
    <dgm:cxn modelId="{3F58237D-A8F6-49DF-89C5-BFFAD0EE5D76}" type="presOf" srcId="{EA587C9E-0CB3-4A06-9BF8-DFEC5CAAFE07}" destId="{AB5E9A6D-A64E-4049-8BB5-D7AAF6271910}" srcOrd="0" destOrd="0" presId="urn:microsoft.com/office/officeart/2005/8/layout/hierarchy2"/>
    <dgm:cxn modelId="{B8C7A89B-FF33-410C-8684-777457C9B345}" type="presOf" srcId="{029B8012-46F6-4877-843C-111867633DC4}" destId="{3B5A47BC-F64E-4800-A8B5-4FF1EFA5F93F}" srcOrd="0" destOrd="0" presId="urn:microsoft.com/office/officeart/2005/8/layout/hierarchy2"/>
    <dgm:cxn modelId="{268726AD-9538-4319-BC67-205367E14231}" type="presOf" srcId="{35CC3C95-474E-40C9-B91B-FFC9E8579D02}" destId="{97266CA2-466B-4CFB-82F0-3DE5BC7751A6}" srcOrd="0" destOrd="0" presId="urn:microsoft.com/office/officeart/2005/8/layout/hierarchy2"/>
    <dgm:cxn modelId="{AF23ACAF-AA12-4E97-8071-EAD2D674D8E2}" type="presOf" srcId="{5AF17C6A-50A1-4D22-8708-85F9D7C9D1B8}" destId="{641899C1-BDF6-4950-B31E-6C677A9F7CDA}" srcOrd="1" destOrd="0" presId="urn:microsoft.com/office/officeart/2005/8/layout/hierarchy2"/>
    <dgm:cxn modelId="{60AEC1B5-5BC3-4C09-9EF3-272F3BF56F21}" type="presOf" srcId="{677594EC-F938-451E-B01A-7CE0A1F72C0E}" destId="{5E77BE01-FF33-4F21-ACB6-CCBBC3BF4649}" srcOrd="0" destOrd="0" presId="urn:microsoft.com/office/officeart/2005/8/layout/hierarchy2"/>
    <dgm:cxn modelId="{F670E9B8-13D0-4805-BE45-8897224E4F60}" type="presOf" srcId="{A93B89A2-B694-459E-BA3D-B400D53F6605}" destId="{6D14911E-A37C-4BA6-BDEE-B975BA3466F2}" srcOrd="0" destOrd="0" presId="urn:microsoft.com/office/officeart/2005/8/layout/hierarchy2"/>
    <dgm:cxn modelId="{E7A58DBA-5BA8-49F1-BDE1-BDAA48BEC894}" type="presOf" srcId="{70D51CD0-0396-43D1-8FBD-830D76368FFF}" destId="{44F1D386-3C54-4C8D-8922-B0F31F94ECDE}" srcOrd="1" destOrd="0" presId="urn:microsoft.com/office/officeart/2005/8/layout/hierarchy2"/>
    <dgm:cxn modelId="{3C69A3BC-2DDA-42B6-BAD5-152EEF756DFD}" type="presOf" srcId="{A45888CD-71B0-4ADB-A2A9-D02EF3A6E411}" destId="{9F789EDD-C5C9-4F73-9F21-C2F0C5E79AE4}" srcOrd="0" destOrd="0" presId="urn:microsoft.com/office/officeart/2005/8/layout/hierarchy2"/>
    <dgm:cxn modelId="{F07B9CC3-45FA-4D04-9323-6CE2DED29B29}" srcId="{35CC3C95-474E-40C9-B91B-FFC9E8579D02}" destId="{F46C2338-3181-4790-A100-2C7F2C56CD89}" srcOrd="0" destOrd="0" parTransId="{E927BD11-150E-4B55-8058-B6FA096F1D9C}" sibTransId="{B6F01D41-E550-4853-B164-86D62C3EEB56}"/>
    <dgm:cxn modelId="{F4C668C5-EDB6-4A86-9BD1-680B1AB8D499}" srcId="{0D247D8E-C316-4976-817D-27CE6A62D554}" destId="{35CC3C95-474E-40C9-B91B-FFC9E8579D02}" srcOrd="0" destOrd="0" parTransId="{A93B89A2-B694-459E-BA3D-B400D53F6605}" sibTransId="{78B5E2B4-5E2E-42DC-9860-4E4B8D33038C}"/>
    <dgm:cxn modelId="{AD6A33C8-AD41-484A-8652-0DCA1BC8197E}" type="presOf" srcId="{A209B01F-2005-468C-B881-580F5BFE8F8F}" destId="{FBC464E4-A898-4585-9EDC-58312B7C1513}" srcOrd="0" destOrd="0" presId="urn:microsoft.com/office/officeart/2005/8/layout/hierarchy2"/>
    <dgm:cxn modelId="{ED84FCCA-A72D-4830-B2E2-D579EDDDC61D}" type="presOf" srcId="{9A478535-B87A-4200-83DD-BA47EDBD1735}" destId="{0C68C26E-801C-4BDB-8D5C-8B1367114AF7}" srcOrd="1" destOrd="0" presId="urn:microsoft.com/office/officeart/2005/8/layout/hierarchy2"/>
    <dgm:cxn modelId="{AA9A4FCF-E5C7-460B-9794-4E3DFD6CC7DE}" type="presOf" srcId="{4ECBFDCF-26F9-4DA2-8E3D-E7FB18985692}" destId="{9C700629-E478-4113-9C8E-194AA607E493}" srcOrd="1" destOrd="0" presId="urn:microsoft.com/office/officeart/2005/8/layout/hierarchy2"/>
    <dgm:cxn modelId="{264530D0-D65D-47B4-8E19-4D23D555D217}" type="presOf" srcId="{F46C2338-3181-4790-A100-2C7F2C56CD89}" destId="{A9A06581-0830-4ABE-81D6-9E631F455EDF}" srcOrd="0" destOrd="0" presId="urn:microsoft.com/office/officeart/2005/8/layout/hierarchy2"/>
    <dgm:cxn modelId="{CA2129E0-8779-4422-99B0-2AAAA353982A}" type="presOf" srcId="{F69990F3-D826-4429-B38D-EEEFA706E334}" destId="{B0FA24B1-6379-4E64-BA00-86926172CD1D}" srcOrd="1" destOrd="0" presId="urn:microsoft.com/office/officeart/2005/8/layout/hierarchy2"/>
    <dgm:cxn modelId="{75D30CE6-271F-4347-AC14-E76B1B679FB2}" srcId="{029B8012-46F6-4877-843C-111867633DC4}" destId="{A45888CD-71B0-4ADB-A2A9-D02EF3A6E411}" srcOrd="0" destOrd="0" parTransId="{A209B01F-2005-468C-B881-580F5BFE8F8F}" sibTransId="{23988D76-FD23-4297-BD24-A97079FA3A66}"/>
    <dgm:cxn modelId="{333D9DEB-75D2-4009-A3CE-B20E989054C9}" type="presOf" srcId="{866528F5-19B7-47AA-9D67-244D0EC62E37}" destId="{1BEE67C7-1D7F-4CAC-AE41-371A3476D5C4}" srcOrd="0" destOrd="0" presId="urn:microsoft.com/office/officeart/2005/8/layout/hierarchy2"/>
    <dgm:cxn modelId="{E0DF22EF-0557-4689-B506-EFC0E35DDA70}" type="presOf" srcId="{839E976B-FD2F-458E-B521-2129C0D78DA3}" destId="{C4E8F3CC-B2D0-40D6-87CA-5E145251E003}" srcOrd="0" destOrd="0" presId="urn:microsoft.com/office/officeart/2005/8/layout/hierarchy2"/>
    <dgm:cxn modelId="{D04388FE-494C-4B94-9D5F-37CCE4F7F9BD}" srcId="{35CC3C95-474E-40C9-B91B-FFC9E8579D02}" destId="{DA0B3D0F-516A-41F9-9349-028ABF09C26C}" srcOrd="1" destOrd="0" parTransId="{3814624C-82E5-4B52-BE8F-58498665AABD}" sibTransId="{D3632CCE-E462-479B-B6DD-A7271A5365DC}"/>
    <dgm:cxn modelId="{56D6F768-B213-4A7D-B8D7-9220E3559753}" type="presParOf" srcId="{5E77BE01-FF33-4F21-ACB6-CCBBC3BF4649}" destId="{8D8BAF44-607F-4FBD-8D98-40F341F4B1AC}" srcOrd="0" destOrd="0" presId="urn:microsoft.com/office/officeart/2005/8/layout/hierarchy2"/>
    <dgm:cxn modelId="{259F2FF0-AD14-4ACC-B0E4-32BD12FBC837}" type="presParOf" srcId="{8D8BAF44-607F-4FBD-8D98-40F341F4B1AC}" destId="{8C616582-94A3-425B-A206-F8F30E5F1A31}" srcOrd="0" destOrd="0" presId="urn:microsoft.com/office/officeart/2005/8/layout/hierarchy2"/>
    <dgm:cxn modelId="{3F142504-C2A3-4724-96B8-F7A1AA690BA4}" type="presParOf" srcId="{8D8BAF44-607F-4FBD-8D98-40F341F4B1AC}" destId="{86580C75-8AE8-443B-8F28-78FC73A9065A}" srcOrd="1" destOrd="0" presId="urn:microsoft.com/office/officeart/2005/8/layout/hierarchy2"/>
    <dgm:cxn modelId="{99FDBABC-4FC0-4CD9-9250-DF0EA01D07CA}" type="presParOf" srcId="{86580C75-8AE8-443B-8F28-78FC73A9065A}" destId="{542B660D-BEDC-48B5-9FD2-BD7DC22BA8E3}" srcOrd="0" destOrd="0" presId="urn:microsoft.com/office/officeart/2005/8/layout/hierarchy2"/>
    <dgm:cxn modelId="{98795D4D-34BF-441F-9884-6BC4F7B6CC60}" type="presParOf" srcId="{542B660D-BEDC-48B5-9FD2-BD7DC22BA8E3}" destId="{9C700629-E478-4113-9C8E-194AA607E493}" srcOrd="0" destOrd="0" presId="urn:microsoft.com/office/officeart/2005/8/layout/hierarchy2"/>
    <dgm:cxn modelId="{C02EA803-D8AA-4FB5-A0EE-32D47D137AA9}" type="presParOf" srcId="{86580C75-8AE8-443B-8F28-78FC73A9065A}" destId="{5FF3D429-51EB-49B8-87D0-17DDD0DA71BF}" srcOrd="1" destOrd="0" presId="urn:microsoft.com/office/officeart/2005/8/layout/hierarchy2"/>
    <dgm:cxn modelId="{8DEBC676-E66B-4410-839E-74EEFEFD4C16}" type="presParOf" srcId="{5FF3D429-51EB-49B8-87D0-17DDD0DA71BF}" destId="{1BEE67C7-1D7F-4CAC-AE41-371A3476D5C4}" srcOrd="0" destOrd="0" presId="urn:microsoft.com/office/officeart/2005/8/layout/hierarchy2"/>
    <dgm:cxn modelId="{570F5151-4F36-4CC5-BD4C-FE75A4F2C2E7}" type="presParOf" srcId="{5FF3D429-51EB-49B8-87D0-17DDD0DA71BF}" destId="{FA8EA727-7949-4E7C-8651-AE508195C043}" srcOrd="1" destOrd="0" presId="urn:microsoft.com/office/officeart/2005/8/layout/hierarchy2"/>
    <dgm:cxn modelId="{D8BD6009-528B-44F2-9DDE-D18A68A739BB}" type="presParOf" srcId="{86580C75-8AE8-443B-8F28-78FC73A9065A}" destId="{91910558-83F4-4FCF-B500-30C7452A6262}" srcOrd="2" destOrd="0" presId="urn:microsoft.com/office/officeart/2005/8/layout/hierarchy2"/>
    <dgm:cxn modelId="{8056B486-26BF-46CC-A775-1B1E1AE20E92}" type="presParOf" srcId="{91910558-83F4-4FCF-B500-30C7452A6262}" destId="{0D2DB660-7B0A-4CFD-A6D8-2851D1CE5642}" srcOrd="0" destOrd="0" presId="urn:microsoft.com/office/officeart/2005/8/layout/hierarchy2"/>
    <dgm:cxn modelId="{0C3D4E83-08A8-426C-9AFD-A8DEB9320C59}" type="presParOf" srcId="{86580C75-8AE8-443B-8F28-78FC73A9065A}" destId="{1DA076B0-7251-48F4-8306-AD9E321A1DD6}" srcOrd="3" destOrd="0" presId="urn:microsoft.com/office/officeart/2005/8/layout/hierarchy2"/>
    <dgm:cxn modelId="{1EF207DF-8400-404F-9CCF-F684A1A23CE8}" type="presParOf" srcId="{1DA076B0-7251-48F4-8306-AD9E321A1DD6}" destId="{70D095B0-F079-4151-894D-7E8E5F48D93D}" srcOrd="0" destOrd="0" presId="urn:microsoft.com/office/officeart/2005/8/layout/hierarchy2"/>
    <dgm:cxn modelId="{2683CCE0-F5C6-4894-9495-AA7A024CD1EB}" type="presParOf" srcId="{1DA076B0-7251-48F4-8306-AD9E321A1DD6}" destId="{78602913-EF4B-4517-93A0-14253B16AF7E}" srcOrd="1" destOrd="0" presId="urn:microsoft.com/office/officeart/2005/8/layout/hierarchy2"/>
    <dgm:cxn modelId="{92BABB7D-F567-4BC6-8A84-2F9E93675447}" type="presParOf" srcId="{78602913-EF4B-4517-93A0-14253B16AF7E}" destId="{13CFC6BB-4CD1-4537-96C8-74C80338C60F}" srcOrd="0" destOrd="0" presId="urn:microsoft.com/office/officeart/2005/8/layout/hierarchy2"/>
    <dgm:cxn modelId="{B970575C-A175-40D7-BF10-AFA0DDFFDA26}" type="presParOf" srcId="{13CFC6BB-4CD1-4537-96C8-74C80338C60F}" destId="{B0FA24B1-6379-4E64-BA00-86926172CD1D}" srcOrd="0" destOrd="0" presId="urn:microsoft.com/office/officeart/2005/8/layout/hierarchy2"/>
    <dgm:cxn modelId="{5B84796D-5071-4EDA-BB5A-80591DD9767B}" type="presParOf" srcId="{78602913-EF4B-4517-93A0-14253B16AF7E}" destId="{D104D727-CA71-487C-9AB9-2D3D6248144C}" srcOrd="1" destOrd="0" presId="urn:microsoft.com/office/officeart/2005/8/layout/hierarchy2"/>
    <dgm:cxn modelId="{E34473A6-30B8-4387-A8D6-FFBB589E0A1E}" type="presParOf" srcId="{D104D727-CA71-487C-9AB9-2D3D6248144C}" destId="{C4E8F3CC-B2D0-40D6-87CA-5E145251E003}" srcOrd="0" destOrd="0" presId="urn:microsoft.com/office/officeart/2005/8/layout/hierarchy2"/>
    <dgm:cxn modelId="{B57FD82B-5BD5-4FD5-A78D-3273B3CD14E4}" type="presParOf" srcId="{D104D727-CA71-487C-9AB9-2D3D6248144C}" destId="{5BCACE94-CB61-41CE-91E1-3B00532437CB}" srcOrd="1" destOrd="0" presId="urn:microsoft.com/office/officeart/2005/8/layout/hierarchy2"/>
    <dgm:cxn modelId="{0C730FAC-A69D-466F-8078-313B4A2258C9}" type="presParOf" srcId="{5BCACE94-CB61-41CE-91E1-3B00532437CB}" destId="{35B37857-4235-4F2D-B8C1-B5389AF71D1B}" srcOrd="0" destOrd="0" presId="urn:microsoft.com/office/officeart/2005/8/layout/hierarchy2"/>
    <dgm:cxn modelId="{6F57A141-612D-4A07-8770-F482D1E9CC9D}" type="presParOf" srcId="{35B37857-4235-4F2D-B8C1-B5389AF71D1B}" destId="{44F1D386-3C54-4C8D-8922-B0F31F94ECDE}" srcOrd="0" destOrd="0" presId="urn:microsoft.com/office/officeart/2005/8/layout/hierarchy2"/>
    <dgm:cxn modelId="{EAADC501-1DED-4789-A318-382AEB834D1A}" type="presParOf" srcId="{5BCACE94-CB61-41CE-91E1-3B00532437CB}" destId="{443DA9B5-3EF1-4622-9478-EACCA226A4B3}" srcOrd="1" destOrd="0" presId="urn:microsoft.com/office/officeart/2005/8/layout/hierarchy2"/>
    <dgm:cxn modelId="{041CC900-EEE2-4E66-861D-E7744172DCA1}" type="presParOf" srcId="{443DA9B5-3EF1-4622-9478-EACCA226A4B3}" destId="{2A9DCD34-5E48-444A-9746-3697F47D883B}" srcOrd="0" destOrd="0" presId="urn:microsoft.com/office/officeart/2005/8/layout/hierarchy2"/>
    <dgm:cxn modelId="{9862169A-9F8E-4003-9FCF-DF93608D4A17}" type="presParOf" srcId="{443DA9B5-3EF1-4622-9478-EACCA226A4B3}" destId="{B0BD1DD7-87A5-448B-AC7A-5AA2B0D30361}" srcOrd="1" destOrd="0" presId="urn:microsoft.com/office/officeart/2005/8/layout/hierarchy2"/>
    <dgm:cxn modelId="{7022ABC5-875F-4476-B62D-C0196EB6752D}" type="presParOf" srcId="{B0BD1DD7-87A5-448B-AC7A-5AA2B0D30361}" destId="{6D14911E-A37C-4BA6-BDEE-B975BA3466F2}" srcOrd="0" destOrd="0" presId="urn:microsoft.com/office/officeart/2005/8/layout/hierarchy2"/>
    <dgm:cxn modelId="{88E9F94D-9317-4D86-9CCF-BA64E8695760}" type="presParOf" srcId="{6D14911E-A37C-4BA6-BDEE-B975BA3466F2}" destId="{0247A254-C442-47CE-A413-0A8DD607E748}" srcOrd="0" destOrd="0" presId="urn:microsoft.com/office/officeart/2005/8/layout/hierarchy2"/>
    <dgm:cxn modelId="{F2D457AF-0790-448E-B5AA-D5A8AD8F31A6}" type="presParOf" srcId="{B0BD1DD7-87A5-448B-AC7A-5AA2B0D30361}" destId="{25A6F3B4-D9DD-4000-80CD-F47F87A5A8E2}" srcOrd="1" destOrd="0" presId="urn:microsoft.com/office/officeart/2005/8/layout/hierarchy2"/>
    <dgm:cxn modelId="{AE0FB048-6131-4263-B723-4CEA3D1DD785}" type="presParOf" srcId="{25A6F3B4-D9DD-4000-80CD-F47F87A5A8E2}" destId="{97266CA2-466B-4CFB-82F0-3DE5BC7751A6}" srcOrd="0" destOrd="0" presId="urn:microsoft.com/office/officeart/2005/8/layout/hierarchy2"/>
    <dgm:cxn modelId="{E128C6B1-12A6-45BA-99CC-25647BC7A0FF}" type="presParOf" srcId="{25A6F3B4-D9DD-4000-80CD-F47F87A5A8E2}" destId="{F4B73C71-87F6-43D4-8523-86D2FF7B785A}" srcOrd="1" destOrd="0" presId="urn:microsoft.com/office/officeart/2005/8/layout/hierarchy2"/>
    <dgm:cxn modelId="{FDF694E0-5D44-46B3-A17F-6AD5C0AB1DC1}" type="presParOf" srcId="{F4B73C71-87F6-43D4-8523-86D2FF7B785A}" destId="{3C10C47F-917B-44A8-8BD6-1F37150376DD}" srcOrd="0" destOrd="0" presId="urn:microsoft.com/office/officeart/2005/8/layout/hierarchy2"/>
    <dgm:cxn modelId="{9F3CA7DD-9602-4B17-9E95-C988071B7585}" type="presParOf" srcId="{3C10C47F-917B-44A8-8BD6-1F37150376DD}" destId="{0857AD50-D969-48DA-B05E-3CBA75E1B725}" srcOrd="0" destOrd="0" presId="urn:microsoft.com/office/officeart/2005/8/layout/hierarchy2"/>
    <dgm:cxn modelId="{E6F60879-30B8-4E15-9C79-1095191117BE}" type="presParOf" srcId="{F4B73C71-87F6-43D4-8523-86D2FF7B785A}" destId="{20ACB5F3-4D27-477F-BA96-8AF1FD700F31}" srcOrd="1" destOrd="0" presId="urn:microsoft.com/office/officeart/2005/8/layout/hierarchy2"/>
    <dgm:cxn modelId="{B7F0A761-3065-487D-BE64-78873858FF39}" type="presParOf" srcId="{20ACB5F3-4D27-477F-BA96-8AF1FD700F31}" destId="{A9A06581-0830-4ABE-81D6-9E631F455EDF}" srcOrd="0" destOrd="0" presId="urn:microsoft.com/office/officeart/2005/8/layout/hierarchy2"/>
    <dgm:cxn modelId="{9D0D8EB1-0A49-4DBD-A2EB-225EAF6056A0}" type="presParOf" srcId="{20ACB5F3-4D27-477F-BA96-8AF1FD700F31}" destId="{F2929206-5489-4936-BEF0-2A0AA28B7BAE}" srcOrd="1" destOrd="0" presId="urn:microsoft.com/office/officeart/2005/8/layout/hierarchy2"/>
    <dgm:cxn modelId="{5A1FE10A-0B96-423C-A8EA-7D885059A1F6}" type="presParOf" srcId="{F2929206-5489-4936-BEF0-2A0AA28B7BAE}" destId="{B4B561A3-17C9-44CB-BC99-E3B50FE07919}" srcOrd="0" destOrd="0" presId="urn:microsoft.com/office/officeart/2005/8/layout/hierarchy2"/>
    <dgm:cxn modelId="{4F05310B-F965-47EE-9264-21B327E3E5AE}" type="presParOf" srcId="{B4B561A3-17C9-44CB-BC99-E3B50FE07919}" destId="{0C68C26E-801C-4BDB-8D5C-8B1367114AF7}" srcOrd="0" destOrd="0" presId="urn:microsoft.com/office/officeart/2005/8/layout/hierarchy2"/>
    <dgm:cxn modelId="{504F9014-26CE-4A8F-9C65-C29EBB075A5C}" type="presParOf" srcId="{F2929206-5489-4936-BEF0-2A0AA28B7BAE}" destId="{245294B2-9DED-44B2-BE32-28BA6BA79A56}" srcOrd="1" destOrd="0" presId="urn:microsoft.com/office/officeart/2005/8/layout/hierarchy2"/>
    <dgm:cxn modelId="{7308D7BC-8B10-4B42-BA77-1240C7722DF8}" type="presParOf" srcId="{245294B2-9DED-44B2-BE32-28BA6BA79A56}" destId="{3B5A47BC-F64E-4800-A8B5-4FF1EFA5F93F}" srcOrd="0" destOrd="0" presId="urn:microsoft.com/office/officeart/2005/8/layout/hierarchy2"/>
    <dgm:cxn modelId="{D33A285F-1B08-4F8C-AA35-61235A2FC363}" type="presParOf" srcId="{245294B2-9DED-44B2-BE32-28BA6BA79A56}" destId="{E6512BBC-1529-4A83-8F56-C0A2BE0E42D6}" srcOrd="1" destOrd="0" presId="urn:microsoft.com/office/officeart/2005/8/layout/hierarchy2"/>
    <dgm:cxn modelId="{DD807B7A-27A3-4A70-B42E-E1EEC03E9D03}" type="presParOf" srcId="{E6512BBC-1529-4A83-8F56-C0A2BE0E42D6}" destId="{FBC464E4-A898-4585-9EDC-58312B7C1513}" srcOrd="0" destOrd="0" presId="urn:microsoft.com/office/officeart/2005/8/layout/hierarchy2"/>
    <dgm:cxn modelId="{97DA2F5F-3F1F-446D-B088-C5EE4727DE9C}" type="presParOf" srcId="{FBC464E4-A898-4585-9EDC-58312B7C1513}" destId="{E5412928-08DC-417E-8EE0-6A2D2C851CB4}" srcOrd="0" destOrd="0" presId="urn:microsoft.com/office/officeart/2005/8/layout/hierarchy2"/>
    <dgm:cxn modelId="{6048E75D-55BA-4B7A-8A45-680C7C7ED7D6}" type="presParOf" srcId="{E6512BBC-1529-4A83-8F56-C0A2BE0E42D6}" destId="{BC07AD9A-25F0-4E58-BB82-5F347D57783E}" srcOrd="1" destOrd="0" presId="urn:microsoft.com/office/officeart/2005/8/layout/hierarchy2"/>
    <dgm:cxn modelId="{CCA34F60-BB40-4FF9-889B-13AA7B6A66A2}" type="presParOf" srcId="{BC07AD9A-25F0-4E58-BB82-5F347D57783E}" destId="{9F789EDD-C5C9-4F73-9F21-C2F0C5E79AE4}" srcOrd="0" destOrd="0" presId="urn:microsoft.com/office/officeart/2005/8/layout/hierarchy2"/>
    <dgm:cxn modelId="{B46B7F84-3D0A-4376-A3F0-2C7035914CF0}" type="presParOf" srcId="{BC07AD9A-25F0-4E58-BB82-5F347D57783E}" destId="{6A96BF33-B2E5-4617-BCB5-B885B5CE2BAC}" srcOrd="1" destOrd="0" presId="urn:microsoft.com/office/officeart/2005/8/layout/hierarchy2"/>
    <dgm:cxn modelId="{787E7D7B-974C-4084-8974-626D47A3B83C}" type="presParOf" srcId="{F4B73C71-87F6-43D4-8523-86D2FF7B785A}" destId="{762032C3-4EAF-43A5-82F2-470E180A3B4D}" srcOrd="2" destOrd="0" presId="urn:microsoft.com/office/officeart/2005/8/layout/hierarchy2"/>
    <dgm:cxn modelId="{E4E8EA30-8DF1-47D5-B1FD-9311C79C0E67}" type="presParOf" srcId="{762032C3-4EAF-43A5-82F2-470E180A3B4D}" destId="{C2EDBB8E-7E37-4201-960F-CC0AD62692F1}" srcOrd="0" destOrd="0" presId="urn:microsoft.com/office/officeart/2005/8/layout/hierarchy2"/>
    <dgm:cxn modelId="{F5757F8C-8F6B-4D95-BA4B-D4CA74EADF59}" type="presParOf" srcId="{F4B73C71-87F6-43D4-8523-86D2FF7B785A}" destId="{700FC72A-3C17-4859-AC36-23F0D51F0F7C}" srcOrd="3" destOrd="0" presId="urn:microsoft.com/office/officeart/2005/8/layout/hierarchy2"/>
    <dgm:cxn modelId="{E4F2E758-1E85-4867-9E14-8A6F406583B7}" type="presParOf" srcId="{700FC72A-3C17-4859-AC36-23F0D51F0F7C}" destId="{C38CA43D-6675-4D28-AD2A-197FC1AA1F30}" srcOrd="0" destOrd="0" presId="urn:microsoft.com/office/officeart/2005/8/layout/hierarchy2"/>
    <dgm:cxn modelId="{B101E551-C9B0-481B-AF65-7886AC5E522D}" type="presParOf" srcId="{700FC72A-3C17-4859-AC36-23F0D51F0F7C}" destId="{F079CC79-9FE9-49DC-954B-3ADDC366076B}" srcOrd="1" destOrd="0" presId="urn:microsoft.com/office/officeart/2005/8/layout/hierarchy2"/>
    <dgm:cxn modelId="{B7951336-51B5-49C3-AD26-A43777A7DD68}" type="presParOf" srcId="{86580C75-8AE8-443B-8F28-78FC73A9065A}" destId="{9285A836-B826-488B-B5E1-80B4AF879C89}" srcOrd="4" destOrd="0" presId="urn:microsoft.com/office/officeart/2005/8/layout/hierarchy2"/>
    <dgm:cxn modelId="{AD5DD1B9-EBE2-4666-A405-A2CF6331B0EA}" type="presParOf" srcId="{9285A836-B826-488B-B5E1-80B4AF879C89}" destId="{641899C1-BDF6-4950-B31E-6C677A9F7CDA}" srcOrd="0" destOrd="0" presId="urn:microsoft.com/office/officeart/2005/8/layout/hierarchy2"/>
    <dgm:cxn modelId="{3CD728AD-0797-4DB0-AD60-E9EF2C47D514}" type="presParOf" srcId="{86580C75-8AE8-443B-8F28-78FC73A9065A}" destId="{4DF341E3-D4A4-4F6F-ADD2-59F37C28F3CB}" srcOrd="5" destOrd="0" presId="urn:microsoft.com/office/officeart/2005/8/layout/hierarchy2"/>
    <dgm:cxn modelId="{7A3F2411-688A-4204-9370-D1587EE78BCC}" type="presParOf" srcId="{4DF341E3-D4A4-4F6F-ADD2-59F37C28F3CB}" destId="{AB5E9A6D-A64E-4049-8BB5-D7AAF6271910}" srcOrd="0" destOrd="0" presId="urn:microsoft.com/office/officeart/2005/8/layout/hierarchy2"/>
    <dgm:cxn modelId="{F1F74ECC-0A12-4AE3-A2E7-37ADB8F73EB4}" type="presParOf" srcId="{4DF341E3-D4A4-4F6F-ADD2-59F37C28F3CB}" destId="{A3A2C5BC-A682-4F4F-A8F4-59873875F36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7594EC-F938-451E-B01A-7CE0A1F72C0E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3ADD6D06-710C-48C7-B102-D172CA82DF95}">
      <dgm:prSet phldrT="[Text]" custT="1"/>
      <dgm:spPr/>
      <dgm:t>
        <a:bodyPr/>
        <a:lstStyle/>
        <a:p>
          <a:r>
            <a:rPr lang="sv-SE" sz="800" dirty="0"/>
            <a:t>Sponsor</a:t>
          </a:r>
        </a:p>
      </dgm:t>
    </dgm:pt>
    <dgm:pt modelId="{1B9F6D51-61C1-4A4A-8430-478DA26A6266}" type="parTrans" cxnId="{A9D1255A-C33E-4E74-BDE8-24B08EC20061}">
      <dgm:prSet/>
      <dgm:spPr/>
      <dgm:t>
        <a:bodyPr/>
        <a:lstStyle/>
        <a:p>
          <a:endParaRPr lang="sv-SE" sz="800"/>
        </a:p>
      </dgm:t>
    </dgm:pt>
    <dgm:pt modelId="{A07D9868-8611-4CB5-8F1B-69BE0F898474}" type="sibTrans" cxnId="{A9D1255A-C33E-4E74-BDE8-24B08EC20061}">
      <dgm:prSet custT="1"/>
      <dgm:spPr/>
      <dgm:t>
        <a:bodyPr/>
        <a:lstStyle/>
        <a:p>
          <a:pPr algn="ctr"/>
          <a:r>
            <a:rPr lang="sv-SE" sz="800" dirty="0"/>
            <a:t>[Jonas Hallberg]</a:t>
          </a:r>
        </a:p>
      </dgm:t>
    </dgm:pt>
    <dgm:pt modelId="{F472552F-C649-485C-AF85-0BE7D443709D}">
      <dgm:prSet phldrT="[Text]" custT="1"/>
      <dgm:spPr/>
      <dgm:t>
        <a:bodyPr/>
        <a:lstStyle/>
        <a:p>
          <a:r>
            <a:rPr lang="sv-SE" sz="800" dirty="0"/>
            <a:t>Project Manager</a:t>
          </a:r>
        </a:p>
      </dgm:t>
    </dgm:pt>
    <dgm:pt modelId="{141832F5-2EDE-469E-8F42-EE5DE38A80DD}" type="parTrans" cxnId="{6927B030-FBF0-46FB-82BB-61DA6AABB8A0}">
      <dgm:prSet/>
      <dgm:spPr/>
      <dgm:t>
        <a:bodyPr/>
        <a:lstStyle/>
        <a:p>
          <a:endParaRPr lang="sv-SE" sz="800"/>
        </a:p>
      </dgm:t>
    </dgm:pt>
    <dgm:pt modelId="{536989CB-6C38-46AE-838E-CD93E51A45D9}" type="sibTrans" cxnId="{6927B030-FBF0-46FB-82BB-61DA6AABB8A0}">
      <dgm:prSet custT="1"/>
      <dgm:spPr/>
      <dgm:t>
        <a:bodyPr/>
        <a:lstStyle/>
        <a:p>
          <a:pPr algn="ctr"/>
          <a:r>
            <a:rPr lang="sv-SE" sz="800" dirty="0"/>
            <a:t>Maria Svensson</a:t>
          </a:r>
        </a:p>
      </dgm:t>
    </dgm:pt>
    <dgm:pt modelId="{866528F5-19B7-47AA-9D67-244D0EC62E37}">
      <dgm:prSet phldrT="[Text]" custT="1"/>
      <dgm:spPr/>
      <dgm:t>
        <a:bodyPr/>
        <a:lstStyle/>
        <a:p>
          <a:r>
            <a:rPr lang="sv-SE" sz="800" dirty="0"/>
            <a:t>IT Project Manager</a:t>
          </a:r>
        </a:p>
      </dgm:t>
    </dgm:pt>
    <dgm:pt modelId="{4ECBFDCF-26F9-4DA2-8E3D-E7FB18985692}" type="parTrans" cxnId="{C2DBCD66-EF0F-408A-96FC-EB10FF3C685D}">
      <dgm:prSet/>
      <dgm:spPr/>
      <dgm:t>
        <a:bodyPr/>
        <a:lstStyle/>
        <a:p>
          <a:endParaRPr lang="sv-SE" sz="800"/>
        </a:p>
      </dgm:t>
    </dgm:pt>
    <dgm:pt modelId="{7CE0B989-7A43-4F4A-B835-A7D08E0FBE63}" type="sibTrans" cxnId="{C2DBCD66-EF0F-408A-96FC-EB10FF3C685D}">
      <dgm:prSet custT="1"/>
      <dgm:spPr/>
      <dgm:t>
        <a:bodyPr/>
        <a:lstStyle/>
        <a:p>
          <a:pPr algn="ctr"/>
          <a:r>
            <a:rPr lang="sv-SE" sz="800" dirty="0"/>
            <a:t>Daniel Larsson]</a:t>
          </a:r>
        </a:p>
      </dgm:t>
    </dgm:pt>
    <dgm:pt modelId="{1229778D-333A-4B8E-A12B-DFA008F617BC}">
      <dgm:prSet phldrT="[Text]" custT="1"/>
      <dgm:spPr/>
      <dgm:t>
        <a:bodyPr/>
        <a:lstStyle/>
        <a:p>
          <a:r>
            <a:rPr lang="sv-SE" sz="800" dirty="0"/>
            <a:t>Project Member (Energy Ops)</a:t>
          </a:r>
        </a:p>
      </dgm:t>
    </dgm:pt>
    <dgm:pt modelId="{25AF0927-150B-400F-8FEC-DDB40F3B479A}" type="parTrans" cxnId="{C44E74B8-BFAA-4287-9072-1EEB075BA8F8}">
      <dgm:prSet/>
      <dgm:spPr/>
      <dgm:t>
        <a:bodyPr/>
        <a:lstStyle/>
        <a:p>
          <a:endParaRPr lang="sv-SE" sz="800"/>
        </a:p>
      </dgm:t>
    </dgm:pt>
    <dgm:pt modelId="{DC5E104E-70C7-448D-B63C-F4780B7C9A0A}" type="sibTrans" cxnId="{C44E74B8-BFAA-4287-9072-1EEB075BA8F8}">
      <dgm:prSet custT="1"/>
      <dgm:spPr/>
      <dgm:t>
        <a:bodyPr/>
        <a:lstStyle/>
        <a:p>
          <a:pPr algn="ctr"/>
          <a:r>
            <a:rPr lang="sv-SE" sz="800" dirty="0"/>
            <a:t>Lars Nyberg</a:t>
          </a:r>
        </a:p>
      </dgm:t>
    </dgm:pt>
    <dgm:pt modelId="{FCE92670-C6CD-45A8-A4C3-40CD58A4DFC7}">
      <dgm:prSet phldrT="[Text]" custT="1"/>
      <dgm:spPr/>
      <dgm:t>
        <a:bodyPr/>
        <a:lstStyle/>
        <a:p>
          <a:r>
            <a:rPr lang="sv-SE" sz="800" dirty="0"/>
            <a:t>Project Member</a:t>
          </a:r>
        </a:p>
        <a:p>
          <a:r>
            <a:rPr lang="sv-SE" sz="800" dirty="0"/>
            <a:t>(Data Analyst)</a:t>
          </a:r>
        </a:p>
      </dgm:t>
    </dgm:pt>
    <dgm:pt modelId="{44A2B74C-6D9D-4A91-ABEE-909DC4023B71}" type="parTrans" cxnId="{D44A4A54-9F67-4067-AD10-3E61BE324E70}">
      <dgm:prSet/>
      <dgm:spPr/>
      <dgm:t>
        <a:bodyPr/>
        <a:lstStyle/>
        <a:p>
          <a:endParaRPr lang="sv-SE" sz="800"/>
        </a:p>
      </dgm:t>
    </dgm:pt>
    <dgm:pt modelId="{AEEF4CAB-D5E6-4E61-A258-72CA367E536C}" type="sibTrans" cxnId="{D44A4A54-9F67-4067-AD10-3E61BE324E70}">
      <dgm:prSet custT="1"/>
      <dgm:spPr/>
      <dgm:t>
        <a:bodyPr/>
        <a:lstStyle/>
        <a:p>
          <a:pPr algn="ctr"/>
          <a:r>
            <a:rPr lang="sv-SE" sz="800" dirty="0"/>
            <a:t>Anna Karlsson</a:t>
          </a:r>
        </a:p>
      </dgm:t>
    </dgm:pt>
    <dgm:pt modelId="{E75B0C7D-399C-4393-869A-297E627D15DD}">
      <dgm:prSet phldrT="[Text]" custT="1"/>
      <dgm:spPr/>
      <dgm:t>
        <a:bodyPr/>
        <a:lstStyle/>
        <a:p>
          <a:r>
            <a:rPr lang="sv-SE" sz="800" dirty="0"/>
            <a:t>Steering Group</a:t>
          </a:r>
        </a:p>
      </dgm:t>
    </dgm:pt>
    <dgm:pt modelId="{BCAC7AB6-2845-4348-B16F-8A4DC919D83B}" type="parTrans" cxnId="{68107DE5-3C9F-410A-ACA6-1F5561F9EDE6}">
      <dgm:prSet/>
      <dgm:spPr/>
      <dgm:t>
        <a:bodyPr/>
        <a:lstStyle/>
        <a:p>
          <a:endParaRPr lang="sv-SE" sz="800"/>
        </a:p>
      </dgm:t>
    </dgm:pt>
    <dgm:pt modelId="{B30E20BF-3B3B-4FB0-BFF6-4C8AF9B1DB51}" type="sibTrans" cxnId="{68107DE5-3C9F-410A-ACA6-1F5561F9EDE6}">
      <dgm:prSet custT="1"/>
      <dgm:spPr/>
      <dgm:t>
        <a:bodyPr/>
        <a:lstStyle/>
        <a:p>
          <a:pPr algn="ctr"/>
          <a:r>
            <a:rPr lang="sv-SE" sz="800" dirty="0"/>
            <a:t>Eva Lundström</a:t>
          </a:r>
        </a:p>
      </dgm:t>
    </dgm:pt>
    <dgm:pt modelId="{F43033BB-E806-4E1A-ADA0-C68E09F19BDF}">
      <dgm:prSet phldrT="[Text]"/>
      <dgm:spPr/>
      <dgm:t>
        <a:bodyPr/>
        <a:lstStyle/>
        <a:p>
          <a:r>
            <a:rPr lang="sv-SE" dirty="0"/>
            <a:t>Project Member (IT Technician)</a:t>
          </a:r>
        </a:p>
      </dgm:t>
    </dgm:pt>
    <dgm:pt modelId="{462F9FC2-6802-446C-8B0D-B3706EDDDE1A}" type="parTrans" cxnId="{AD4B98F6-1621-4135-8096-CD65C6B03600}">
      <dgm:prSet/>
      <dgm:spPr/>
      <dgm:t>
        <a:bodyPr/>
        <a:lstStyle/>
        <a:p>
          <a:endParaRPr lang="en-US"/>
        </a:p>
      </dgm:t>
    </dgm:pt>
    <dgm:pt modelId="{428BFB33-84D2-41F2-AE72-25247C48D0C5}" type="sibTrans" cxnId="{AD4B98F6-1621-4135-8096-CD65C6B03600}">
      <dgm:prSet/>
      <dgm:spPr/>
      <dgm:t>
        <a:bodyPr/>
        <a:lstStyle/>
        <a:p>
          <a:r>
            <a:rPr lang="sv-SE" dirty="0"/>
            <a:t>Erik Johansson</a:t>
          </a:r>
          <a:endParaRPr lang="en-US" dirty="0"/>
        </a:p>
      </dgm:t>
    </dgm:pt>
    <dgm:pt modelId="{1F8581B9-82B4-453F-95F4-56CCAB479BA0}" type="pres">
      <dgm:prSet presAssocID="{677594EC-F938-451E-B01A-7CE0A1F72C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27BB83D-8226-450D-96B9-8EEA8951E108}" type="pres">
      <dgm:prSet presAssocID="{3ADD6D06-710C-48C7-B102-D172CA82DF95}" presName="hierRoot1" presStyleCnt="0">
        <dgm:presLayoutVars>
          <dgm:hierBranch val="init"/>
        </dgm:presLayoutVars>
      </dgm:prSet>
      <dgm:spPr/>
    </dgm:pt>
    <dgm:pt modelId="{A1A8D18A-C15E-41A6-89FA-1ACEB6A08992}" type="pres">
      <dgm:prSet presAssocID="{3ADD6D06-710C-48C7-B102-D172CA82DF95}" presName="rootComposite1" presStyleCnt="0"/>
      <dgm:spPr/>
    </dgm:pt>
    <dgm:pt modelId="{EE83B66C-6CBA-4304-A98B-6AC604D12708}" type="pres">
      <dgm:prSet presAssocID="{3ADD6D06-710C-48C7-B102-D172CA82DF95}" presName="rootText1" presStyleLbl="node0" presStyleIdx="0" presStyleCnt="1" custScaleX="182271">
        <dgm:presLayoutVars>
          <dgm:chMax/>
          <dgm:chPref val="3"/>
        </dgm:presLayoutVars>
      </dgm:prSet>
      <dgm:spPr/>
    </dgm:pt>
    <dgm:pt modelId="{9A6803EB-5197-424F-99ED-F09DE8E95C86}" type="pres">
      <dgm:prSet presAssocID="{3ADD6D06-710C-48C7-B102-D172CA82DF95}" presName="titleText1" presStyleLbl="fgAcc0" presStyleIdx="0" presStyleCnt="1" custScaleX="217050" custScaleY="184725">
        <dgm:presLayoutVars>
          <dgm:chMax val="0"/>
          <dgm:chPref val="0"/>
        </dgm:presLayoutVars>
      </dgm:prSet>
      <dgm:spPr/>
    </dgm:pt>
    <dgm:pt modelId="{4716FFC0-4C55-440F-9AEA-541D714ED44C}" type="pres">
      <dgm:prSet presAssocID="{3ADD6D06-710C-48C7-B102-D172CA82DF95}" presName="rootConnector1" presStyleLbl="node1" presStyleIdx="0" presStyleCnt="6"/>
      <dgm:spPr/>
    </dgm:pt>
    <dgm:pt modelId="{F2499E38-CD4B-47D0-A177-A23484D887AF}" type="pres">
      <dgm:prSet presAssocID="{3ADD6D06-710C-48C7-B102-D172CA82DF95}" presName="hierChild2" presStyleCnt="0"/>
      <dgm:spPr/>
    </dgm:pt>
    <dgm:pt modelId="{0CCD7E16-9DD3-489D-956D-8382E4E30FC4}" type="pres">
      <dgm:prSet presAssocID="{BCAC7AB6-2845-4348-B16F-8A4DC919D83B}" presName="Name37" presStyleLbl="parChTrans1D2" presStyleIdx="0" presStyleCnt="1"/>
      <dgm:spPr/>
    </dgm:pt>
    <dgm:pt modelId="{810829AC-9158-4FE8-9FF6-AF8EDE987635}" type="pres">
      <dgm:prSet presAssocID="{E75B0C7D-399C-4393-869A-297E627D15DD}" presName="hierRoot2" presStyleCnt="0">
        <dgm:presLayoutVars>
          <dgm:hierBranch val="init"/>
        </dgm:presLayoutVars>
      </dgm:prSet>
      <dgm:spPr/>
    </dgm:pt>
    <dgm:pt modelId="{1C051EDC-0331-4D53-A749-989E6AF45C1C}" type="pres">
      <dgm:prSet presAssocID="{E75B0C7D-399C-4393-869A-297E627D15DD}" presName="rootComposite" presStyleCnt="0"/>
      <dgm:spPr/>
    </dgm:pt>
    <dgm:pt modelId="{D7A5F2C6-524F-4514-ACB3-30F9C79BC7EF}" type="pres">
      <dgm:prSet presAssocID="{E75B0C7D-399C-4393-869A-297E627D15DD}" presName="rootText" presStyleLbl="node1" presStyleIdx="0" presStyleCnt="6" custScaleX="178762">
        <dgm:presLayoutVars>
          <dgm:chMax/>
          <dgm:chPref val="3"/>
        </dgm:presLayoutVars>
      </dgm:prSet>
      <dgm:spPr/>
    </dgm:pt>
    <dgm:pt modelId="{6BBD877C-4005-4286-966C-9834C23C7E08}" type="pres">
      <dgm:prSet presAssocID="{E75B0C7D-399C-4393-869A-297E627D15DD}" presName="titleText2" presStyleLbl="fgAcc1" presStyleIdx="0" presStyleCnt="6" custScaleX="179234" custScaleY="149017">
        <dgm:presLayoutVars>
          <dgm:chMax val="0"/>
          <dgm:chPref val="0"/>
        </dgm:presLayoutVars>
      </dgm:prSet>
      <dgm:spPr/>
    </dgm:pt>
    <dgm:pt modelId="{60019A95-6261-4435-A812-A53DE05F5C16}" type="pres">
      <dgm:prSet presAssocID="{E75B0C7D-399C-4393-869A-297E627D15DD}" presName="rootConnector" presStyleLbl="node2" presStyleIdx="0" presStyleCnt="0"/>
      <dgm:spPr/>
    </dgm:pt>
    <dgm:pt modelId="{C8F6AF93-4129-4580-B55C-D7253A397228}" type="pres">
      <dgm:prSet presAssocID="{E75B0C7D-399C-4393-869A-297E627D15DD}" presName="hierChild4" presStyleCnt="0"/>
      <dgm:spPr/>
    </dgm:pt>
    <dgm:pt modelId="{0363F73B-9797-4C72-8F1D-70F1FED5ACE3}" type="pres">
      <dgm:prSet presAssocID="{141832F5-2EDE-469E-8F42-EE5DE38A80DD}" presName="Name37" presStyleLbl="parChTrans1D3" presStyleIdx="0" presStyleCnt="1"/>
      <dgm:spPr/>
    </dgm:pt>
    <dgm:pt modelId="{1015D5E2-ACD3-485E-B19A-724AC468E9F8}" type="pres">
      <dgm:prSet presAssocID="{F472552F-C649-485C-AF85-0BE7D443709D}" presName="hierRoot2" presStyleCnt="0">
        <dgm:presLayoutVars>
          <dgm:hierBranch val="init"/>
        </dgm:presLayoutVars>
      </dgm:prSet>
      <dgm:spPr/>
    </dgm:pt>
    <dgm:pt modelId="{C3CD281F-1AFD-4415-9006-32E047F99C25}" type="pres">
      <dgm:prSet presAssocID="{F472552F-C649-485C-AF85-0BE7D443709D}" presName="rootComposite" presStyleCnt="0"/>
      <dgm:spPr/>
    </dgm:pt>
    <dgm:pt modelId="{25C66599-74CA-4720-A1CC-B69D9A7BE7C3}" type="pres">
      <dgm:prSet presAssocID="{F472552F-C649-485C-AF85-0BE7D443709D}" presName="rootText" presStyleLbl="node1" presStyleIdx="1" presStyleCnt="6" custScaleX="215562" custScaleY="160535">
        <dgm:presLayoutVars>
          <dgm:chMax/>
          <dgm:chPref val="3"/>
        </dgm:presLayoutVars>
      </dgm:prSet>
      <dgm:spPr/>
    </dgm:pt>
    <dgm:pt modelId="{5FA88B80-8481-40BE-9C4D-C4A1DFD59B88}" type="pres">
      <dgm:prSet presAssocID="{F472552F-C649-485C-AF85-0BE7D443709D}" presName="titleText2" presStyleLbl="fgAcc1" presStyleIdx="1" presStyleCnt="6" custScaleX="209315" custScaleY="196871">
        <dgm:presLayoutVars>
          <dgm:chMax val="0"/>
          <dgm:chPref val="0"/>
        </dgm:presLayoutVars>
      </dgm:prSet>
      <dgm:spPr/>
    </dgm:pt>
    <dgm:pt modelId="{2AD5DC8A-871B-497D-B697-294286AB6DF4}" type="pres">
      <dgm:prSet presAssocID="{F472552F-C649-485C-AF85-0BE7D443709D}" presName="rootConnector" presStyleLbl="node3" presStyleIdx="0" presStyleCnt="0"/>
      <dgm:spPr/>
    </dgm:pt>
    <dgm:pt modelId="{75BBF1D1-202B-4EFE-BB0B-351B5253D238}" type="pres">
      <dgm:prSet presAssocID="{F472552F-C649-485C-AF85-0BE7D443709D}" presName="hierChild4" presStyleCnt="0"/>
      <dgm:spPr/>
    </dgm:pt>
    <dgm:pt modelId="{21E30CF2-5C6B-4B1C-8BEC-D26225FFF5CA}" type="pres">
      <dgm:prSet presAssocID="{4ECBFDCF-26F9-4DA2-8E3D-E7FB18985692}" presName="Name37" presStyleLbl="parChTrans1D4" presStyleIdx="0" presStyleCnt="4"/>
      <dgm:spPr/>
    </dgm:pt>
    <dgm:pt modelId="{53EC81E8-0B02-4F1A-A7D9-39EFB0BE6096}" type="pres">
      <dgm:prSet presAssocID="{866528F5-19B7-47AA-9D67-244D0EC62E37}" presName="hierRoot2" presStyleCnt="0">
        <dgm:presLayoutVars>
          <dgm:hierBranch val="init"/>
        </dgm:presLayoutVars>
      </dgm:prSet>
      <dgm:spPr/>
    </dgm:pt>
    <dgm:pt modelId="{1F79B2BA-CBE4-4B8E-9255-8ADFCCD45933}" type="pres">
      <dgm:prSet presAssocID="{866528F5-19B7-47AA-9D67-244D0EC62E37}" presName="rootComposite" presStyleCnt="0"/>
      <dgm:spPr/>
    </dgm:pt>
    <dgm:pt modelId="{ACD6892A-ED47-45F4-996A-F5D7D7B496BA}" type="pres">
      <dgm:prSet presAssocID="{866528F5-19B7-47AA-9D67-244D0EC62E37}" presName="rootText" presStyleLbl="node1" presStyleIdx="2" presStyleCnt="6" custScaleX="129185" custScaleY="145738" custLinFactNeighborX="37532" custLinFactNeighborY="-9305">
        <dgm:presLayoutVars>
          <dgm:chMax/>
          <dgm:chPref val="3"/>
        </dgm:presLayoutVars>
      </dgm:prSet>
      <dgm:spPr/>
    </dgm:pt>
    <dgm:pt modelId="{578A5F13-5BB3-457D-A91A-14C1D62107A7}" type="pres">
      <dgm:prSet presAssocID="{866528F5-19B7-47AA-9D67-244D0EC62E37}" presName="titleText2" presStyleLbl="fgAcc1" presStyleIdx="2" presStyleCnt="6" custScaleX="93857" custScaleY="213919" custLinFactY="15011" custLinFactNeighborX="195" custLinFactNeighborY="100000">
        <dgm:presLayoutVars>
          <dgm:chMax val="0"/>
          <dgm:chPref val="0"/>
        </dgm:presLayoutVars>
      </dgm:prSet>
      <dgm:spPr/>
    </dgm:pt>
    <dgm:pt modelId="{CBD1C515-0C47-40EB-A608-A5698DAAE02D}" type="pres">
      <dgm:prSet presAssocID="{866528F5-19B7-47AA-9D67-244D0EC62E37}" presName="rootConnector" presStyleLbl="node4" presStyleIdx="0" presStyleCnt="0"/>
      <dgm:spPr/>
    </dgm:pt>
    <dgm:pt modelId="{5A14D337-59EA-45E0-86F3-E2936CC4D3FB}" type="pres">
      <dgm:prSet presAssocID="{866528F5-19B7-47AA-9D67-244D0EC62E37}" presName="hierChild4" presStyleCnt="0"/>
      <dgm:spPr/>
    </dgm:pt>
    <dgm:pt modelId="{ED41732A-4E35-4F1C-9C34-53E8DFCE848A}" type="pres">
      <dgm:prSet presAssocID="{866528F5-19B7-47AA-9D67-244D0EC62E37}" presName="hierChild5" presStyleCnt="0"/>
      <dgm:spPr/>
    </dgm:pt>
    <dgm:pt modelId="{2D08FF12-F195-4481-8832-64795D88E77E}" type="pres">
      <dgm:prSet presAssocID="{44A2B74C-6D9D-4A91-ABEE-909DC4023B71}" presName="Name37" presStyleLbl="parChTrans1D4" presStyleIdx="1" presStyleCnt="4"/>
      <dgm:spPr/>
    </dgm:pt>
    <dgm:pt modelId="{6AE806A6-399F-4D2A-B85C-8C8D1A7C728B}" type="pres">
      <dgm:prSet presAssocID="{FCE92670-C6CD-45A8-A4C3-40CD58A4DFC7}" presName="hierRoot2" presStyleCnt="0">
        <dgm:presLayoutVars>
          <dgm:hierBranch val="init"/>
        </dgm:presLayoutVars>
      </dgm:prSet>
      <dgm:spPr/>
    </dgm:pt>
    <dgm:pt modelId="{BC1F86A0-83AF-4113-9A0E-0CB9897B28A4}" type="pres">
      <dgm:prSet presAssocID="{FCE92670-C6CD-45A8-A4C3-40CD58A4DFC7}" presName="rootComposite" presStyleCnt="0"/>
      <dgm:spPr/>
    </dgm:pt>
    <dgm:pt modelId="{A9D29558-C1B7-44B5-A82A-39DB33EF8CA5}" type="pres">
      <dgm:prSet presAssocID="{FCE92670-C6CD-45A8-A4C3-40CD58A4DFC7}" presName="rootText" presStyleLbl="node1" presStyleIdx="3" presStyleCnt="6" custScaleX="122521" custScaleY="155035">
        <dgm:presLayoutVars>
          <dgm:chMax/>
          <dgm:chPref val="3"/>
        </dgm:presLayoutVars>
      </dgm:prSet>
      <dgm:spPr/>
    </dgm:pt>
    <dgm:pt modelId="{FEAD1A29-AE3C-4843-B74B-926BCFD949F2}" type="pres">
      <dgm:prSet presAssocID="{FCE92670-C6CD-45A8-A4C3-40CD58A4DFC7}" presName="titleText2" presStyleLbl="fgAcc1" presStyleIdx="3" presStyleCnt="6" custScaleX="133181" custScaleY="135149" custLinFactY="33470" custLinFactNeighborX="-5787" custLinFactNeighborY="100000">
        <dgm:presLayoutVars>
          <dgm:chMax val="0"/>
          <dgm:chPref val="0"/>
        </dgm:presLayoutVars>
      </dgm:prSet>
      <dgm:spPr/>
    </dgm:pt>
    <dgm:pt modelId="{D38E7BE5-51D3-4BFA-B2F8-879668169AFD}" type="pres">
      <dgm:prSet presAssocID="{FCE92670-C6CD-45A8-A4C3-40CD58A4DFC7}" presName="rootConnector" presStyleLbl="node4" presStyleIdx="0" presStyleCnt="0"/>
      <dgm:spPr/>
    </dgm:pt>
    <dgm:pt modelId="{8D575896-46DA-422A-804E-4715D2CC9370}" type="pres">
      <dgm:prSet presAssocID="{FCE92670-C6CD-45A8-A4C3-40CD58A4DFC7}" presName="hierChild4" presStyleCnt="0"/>
      <dgm:spPr/>
    </dgm:pt>
    <dgm:pt modelId="{17052CAC-A2D5-4D2A-ADA8-0A5522F017E9}" type="pres">
      <dgm:prSet presAssocID="{FCE92670-C6CD-45A8-A4C3-40CD58A4DFC7}" presName="hierChild5" presStyleCnt="0"/>
      <dgm:spPr/>
    </dgm:pt>
    <dgm:pt modelId="{722BFA1F-D8BF-4610-A0B5-5FE91AE3DE63}" type="pres">
      <dgm:prSet presAssocID="{25AF0927-150B-400F-8FEC-DDB40F3B479A}" presName="Name37" presStyleLbl="parChTrans1D4" presStyleIdx="2" presStyleCnt="4"/>
      <dgm:spPr/>
    </dgm:pt>
    <dgm:pt modelId="{404F1D2C-412B-4702-AAFE-0D58393445D1}" type="pres">
      <dgm:prSet presAssocID="{1229778D-333A-4B8E-A12B-DFA008F617BC}" presName="hierRoot2" presStyleCnt="0">
        <dgm:presLayoutVars>
          <dgm:hierBranch val="init"/>
        </dgm:presLayoutVars>
      </dgm:prSet>
      <dgm:spPr/>
    </dgm:pt>
    <dgm:pt modelId="{6243D8F1-DE94-4EC2-B3C2-7DFD93FAAED8}" type="pres">
      <dgm:prSet presAssocID="{1229778D-333A-4B8E-A12B-DFA008F617BC}" presName="rootComposite" presStyleCnt="0"/>
      <dgm:spPr/>
    </dgm:pt>
    <dgm:pt modelId="{88917CEA-5323-4064-8B18-116B832E92DA}" type="pres">
      <dgm:prSet presAssocID="{1229778D-333A-4B8E-A12B-DFA008F617BC}" presName="rootText" presStyleLbl="node1" presStyleIdx="4" presStyleCnt="6" custScaleX="113163" custScaleY="164121">
        <dgm:presLayoutVars>
          <dgm:chMax/>
          <dgm:chPref val="3"/>
        </dgm:presLayoutVars>
      </dgm:prSet>
      <dgm:spPr/>
    </dgm:pt>
    <dgm:pt modelId="{122C1A47-DFB4-4818-BF68-FA6C92F1DE42}" type="pres">
      <dgm:prSet presAssocID="{1229778D-333A-4B8E-A12B-DFA008F617BC}" presName="titleText2" presStyleLbl="fgAcc1" presStyleIdx="4" presStyleCnt="6" custScaleX="127724" custScaleY="114888" custLinFactNeighborX="-16850" custLinFactNeighborY="96657">
        <dgm:presLayoutVars>
          <dgm:chMax val="0"/>
          <dgm:chPref val="0"/>
        </dgm:presLayoutVars>
      </dgm:prSet>
      <dgm:spPr/>
    </dgm:pt>
    <dgm:pt modelId="{8A179511-EAFF-4588-BBBE-B7FFA2F5EDD0}" type="pres">
      <dgm:prSet presAssocID="{1229778D-333A-4B8E-A12B-DFA008F617BC}" presName="rootConnector" presStyleLbl="node4" presStyleIdx="0" presStyleCnt="0"/>
      <dgm:spPr/>
    </dgm:pt>
    <dgm:pt modelId="{0E8BAE54-F020-4525-A76A-2469EF4C4A6F}" type="pres">
      <dgm:prSet presAssocID="{1229778D-333A-4B8E-A12B-DFA008F617BC}" presName="hierChild4" presStyleCnt="0"/>
      <dgm:spPr/>
    </dgm:pt>
    <dgm:pt modelId="{6709593C-C261-484C-92A4-CF447B7D2D45}" type="pres">
      <dgm:prSet presAssocID="{1229778D-333A-4B8E-A12B-DFA008F617BC}" presName="hierChild5" presStyleCnt="0"/>
      <dgm:spPr/>
    </dgm:pt>
    <dgm:pt modelId="{A36E41C6-1FEA-496C-8ACB-8A215FD3F1ED}" type="pres">
      <dgm:prSet presAssocID="{462F9FC2-6802-446C-8B0D-B3706EDDDE1A}" presName="Name37" presStyleLbl="parChTrans1D4" presStyleIdx="3" presStyleCnt="4"/>
      <dgm:spPr/>
    </dgm:pt>
    <dgm:pt modelId="{C3ED82AC-1F65-432B-8BAF-6B86791C2C1C}" type="pres">
      <dgm:prSet presAssocID="{F43033BB-E806-4E1A-ADA0-C68E09F19BDF}" presName="hierRoot2" presStyleCnt="0">
        <dgm:presLayoutVars>
          <dgm:hierBranch val="init"/>
        </dgm:presLayoutVars>
      </dgm:prSet>
      <dgm:spPr/>
    </dgm:pt>
    <dgm:pt modelId="{8AAD6CE5-D3CF-4632-A856-94DF6D5189AC}" type="pres">
      <dgm:prSet presAssocID="{F43033BB-E806-4E1A-ADA0-C68E09F19BDF}" presName="rootComposite" presStyleCnt="0"/>
      <dgm:spPr/>
    </dgm:pt>
    <dgm:pt modelId="{164326E0-E762-43D7-9D38-DBC45368AB4D}" type="pres">
      <dgm:prSet presAssocID="{F43033BB-E806-4E1A-ADA0-C68E09F19BDF}" presName="rootText" presStyleLbl="node1" presStyleIdx="5" presStyleCnt="6" custScaleX="125624" custScaleY="145894" custLinFactNeighborX="-31829" custLinFactNeighborY="13086">
        <dgm:presLayoutVars>
          <dgm:chMax/>
          <dgm:chPref val="3"/>
        </dgm:presLayoutVars>
      </dgm:prSet>
      <dgm:spPr/>
    </dgm:pt>
    <dgm:pt modelId="{8FD8D503-7A52-43F4-8007-0F7083049E6F}" type="pres">
      <dgm:prSet presAssocID="{F43033BB-E806-4E1A-ADA0-C68E09F19BDF}" presName="titleText2" presStyleLbl="fgAcc1" presStyleIdx="5" presStyleCnt="6" custLinFactY="14231" custLinFactNeighborX="-58551" custLinFactNeighborY="100000">
        <dgm:presLayoutVars>
          <dgm:chMax val="0"/>
          <dgm:chPref val="0"/>
        </dgm:presLayoutVars>
      </dgm:prSet>
      <dgm:spPr/>
    </dgm:pt>
    <dgm:pt modelId="{864EE39B-E75B-4805-B852-F1AA39A013A7}" type="pres">
      <dgm:prSet presAssocID="{F43033BB-E806-4E1A-ADA0-C68E09F19BDF}" presName="rootConnector" presStyleLbl="node4" presStyleIdx="0" presStyleCnt="0"/>
      <dgm:spPr/>
    </dgm:pt>
    <dgm:pt modelId="{DF1E12D8-A10E-4971-9307-64FD59411BCE}" type="pres">
      <dgm:prSet presAssocID="{F43033BB-E806-4E1A-ADA0-C68E09F19BDF}" presName="hierChild4" presStyleCnt="0"/>
      <dgm:spPr/>
    </dgm:pt>
    <dgm:pt modelId="{9DC78F38-3FE5-4134-963A-2621F57C36DA}" type="pres">
      <dgm:prSet presAssocID="{F43033BB-E806-4E1A-ADA0-C68E09F19BDF}" presName="hierChild5" presStyleCnt="0"/>
      <dgm:spPr/>
    </dgm:pt>
    <dgm:pt modelId="{0E79C23D-33E2-4247-9EA1-C5E47F43F0C8}" type="pres">
      <dgm:prSet presAssocID="{F472552F-C649-485C-AF85-0BE7D443709D}" presName="hierChild5" presStyleCnt="0"/>
      <dgm:spPr/>
    </dgm:pt>
    <dgm:pt modelId="{AA43E1CB-2154-4B17-9169-25E53DD9712E}" type="pres">
      <dgm:prSet presAssocID="{E75B0C7D-399C-4393-869A-297E627D15DD}" presName="hierChild5" presStyleCnt="0"/>
      <dgm:spPr/>
    </dgm:pt>
    <dgm:pt modelId="{FD63FAAB-B1F7-43DB-A4B7-D1BE3C3FF08A}" type="pres">
      <dgm:prSet presAssocID="{3ADD6D06-710C-48C7-B102-D172CA82DF95}" presName="hierChild3" presStyleCnt="0"/>
      <dgm:spPr/>
    </dgm:pt>
  </dgm:ptLst>
  <dgm:cxnLst>
    <dgm:cxn modelId="{86DED709-2440-4714-B679-B7F790D3DA67}" type="presOf" srcId="{866528F5-19B7-47AA-9D67-244D0EC62E37}" destId="{ACD6892A-ED47-45F4-996A-F5D7D7B496BA}" srcOrd="0" destOrd="0" presId="urn:microsoft.com/office/officeart/2008/layout/NameandTitleOrganizationalChart"/>
    <dgm:cxn modelId="{C4684013-C5BF-4CBF-BBAC-6D2A1492888E}" type="presOf" srcId="{BCAC7AB6-2845-4348-B16F-8A4DC919D83B}" destId="{0CCD7E16-9DD3-489D-956D-8382E4E30FC4}" srcOrd="0" destOrd="0" presId="urn:microsoft.com/office/officeart/2008/layout/NameandTitleOrganizationalChart"/>
    <dgm:cxn modelId="{67419C15-504E-4DEE-B44C-2CF24B25080F}" type="presOf" srcId="{536989CB-6C38-46AE-838E-CD93E51A45D9}" destId="{5FA88B80-8481-40BE-9C4D-C4A1DFD59B88}" srcOrd="0" destOrd="0" presId="urn:microsoft.com/office/officeart/2008/layout/NameandTitleOrganizationalChart"/>
    <dgm:cxn modelId="{0250091B-71A8-4A95-B92C-7F9C577D73E4}" type="presOf" srcId="{FCE92670-C6CD-45A8-A4C3-40CD58A4DFC7}" destId="{D38E7BE5-51D3-4BFA-B2F8-879668169AFD}" srcOrd="1" destOrd="0" presId="urn:microsoft.com/office/officeart/2008/layout/NameandTitleOrganizationalChart"/>
    <dgm:cxn modelId="{6927B030-FBF0-46FB-82BB-61DA6AABB8A0}" srcId="{E75B0C7D-399C-4393-869A-297E627D15DD}" destId="{F472552F-C649-485C-AF85-0BE7D443709D}" srcOrd="0" destOrd="0" parTransId="{141832F5-2EDE-469E-8F42-EE5DE38A80DD}" sibTransId="{536989CB-6C38-46AE-838E-CD93E51A45D9}"/>
    <dgm:cxn modelId="{55ED2031-5C29-47B3-B8B7-CE05E4F11731}" type="presOf" srcId="{4ECBFDCF-26F9-4DA2-8E3D-E7FB18985692}" destId="{21E30CF2-5C6B-4B1C-8BEC-D26225FFF5CA}" srcOrd="0" destOrd="0" presId="urn:microsoft.com/office/officeart/2008/layout/NameandTitleOrganizationalChart"/>
    <dgm:cxn modelId="{3410DC3A-34FE-4BA8-9EAD-343F9CD286C8}" type="presOf" srcId="{141832F5-2EDE-469E-8F42-EE5DE38A80DD}" destId="{0363F73B-9797-4C72-8F1D-70F1FED5ACE3}" srcOrd="0" destOrd="0" presId="urn:microsoft.com/office/officeart/2008/layout/NameandTitleOrganizationalChart"/>
    <dgm:cxn modelId="{59306B40-747C-4CB2-8F7C-B5397ABBDC7B}" type="presOf" srcId="{F472552F-C649-485C-AF85-0BE7D443709D}" destId="{2AD5DC8A-871B-497D-B697-294286AB6DF4}" srcOrd="1" destOrd="0" presId="urn:microsoft.com/office/officeart/2008/layout/NameandTitleOrganizationalChart"/>
    <dgm:cxn modelId="{195DDE5B-2CA8-4942-B38B-D53173C54F4D}" type="presOf" srcId="{7CE0B989-7A43-4F4A-B835-A7D08E0FBE63}" destId="{578A5F13-5BB3-457D-A91A-14C1D62107A7}" srcOrd="0" destOrd="0" presId="urn:microsoft.com/office/officeart/2008/layout/NameandTitleOrganizationalChart"/>
    <dgm:cxn modelId="{C1A4CC5F-C732-4A8A-92BD-ABBDD6F2EF09}" type="presOf" srcId="{428BFB33-84D2-41F2-AE72-25247C48D0C5}" destId="{8FD8D503-7A52-43F4-8007-0F7083049E6F}" srcOrd="0" destOrd="0" presId="urn:microsoft.com/office/officeart/2008/layout/NameandTitleOrganizationalChart"/>
    <dgm:cxn modelId="{ABB1E944-145C-402C-A62B-1F4C6383658B}" type="presOf" srcId="{E75B0C7D-399C-4393-869A-297E627D15DD}" destId="{60019A95-6261-4435-A812-A53DE05F5C16}" srcOrd="1" destOrd="0" presId="urn:microsoft.com/office/officeart/2008/layout/NameandTitleOrganizationalChart"/>
    <dgm:cxn modelId="{C2DBCD66-EF0F-408A-96FC-EB10FF3C685D}" srcId="{F472552F-C649-485C-AF85-0BE7D443709D}" destId="{866528F5-19B7-47AA-9D67-244D0EC62E37}" srcOrd="0" destOrd="0" parTransId="{4ECBFDCF-26F9-4DA2-8E3D-E7FB18985692}" sibTransId="{7CE0B989-7A43-4F4A-B835-A7D08E0FBE63}"/>
    <dgm:cxn modelId="{3F896E47-E6F7-4E53-8520-8B1454B401EA}" type="presOf" srcId="{F43033BB-E806-4E1A-ADA0-C68E09F19BDF}" destId="{864EE39B-E75B-4805-B852-F1AA39A013A7}" srcOrd="1" destOrd="0" presId="urn:microsoft.com/office/officeart/2008/layout/NameandTitleOrganizationalChart"/>
    <dgm:cxn modelId="{D5F3574D-308F-4627-8141-1E625A9E58E8}" type="presOf" srcId="{AEEF4CAB-D5E6-4E61-A258-72CA367E536C}" destId="{FEAD1A29-AE3C-4843-B74B-926BCFD949F2}" srcOrd="0" destOrd="0" presId="urn:microsoft.com/office/officeart/2008/layout/NameandTitleOrganizationalChart"/>
    <dgm:cxn modelId="{D44A4A54-9F67-4067-AD10-3E61BE324E70}" srcId="{F472552F-C649-485C-AF85-0BE7D443709D}" destId="{FCE92670-C6CD-45A8-A4C3-40CD58A4DFC7}" srcOrd="1" destOrd="0" parTransId="{44A2B74C-6D9D-4A91-ABEE-909DC4023B71}" sibTransId="{AEEF4CAB-D5E6-4E61-A258-72CA367E536C}"/>
    <dgm:cxn modelId="{BB7D9B75-3257-430D-BEEF-1B098A889471}" type="presOf" srcId="{3ADD6D06-710C-48C7-B102-D172CA82DF95}" destId="{EE83B66C-6CBA-4304-A98B-6AC604D12708}" srcOrd="0" destOrd="0" presId="urn:microsoft.com/office/officeart/2008/layout/NameandTitleOrganizationalChart"/>
    <dgm:cxn modelId="{A9D1255A-C33E-4E74-BDE8-24B08EC20061}" srcId="{677594EC-F938-451E-B01A-7CE0A1F72C0E}" destId="{3ADD6D06-710C-48C7-B102-D172CA82DF95}" srcOrd="0" destOrd="0" parTransId="{1B9F6D51-61C1-4A4A-8430-478DA26A6266}" sibTransId="{A07D9868-8611-4CB5-8F1B-69BE0F898474}"/>
    <dgm:cxn modelId="{7623217C-6D36-40FB-80B4-15A74F194F2A}" type="presOf" srcId="{677594EC-F938-451E-B01A-7CE0A1F72C0E}" destId="{1F8581B9-82B4-453F-95F4-56CCAB479BA0}" srcOrd="0" destOrd="0" presId="urn:microsoft.com/office/officeart/2008/layout/NameandTitleOrganizationalChart"/>
    <dgm:cxn modelId="{06736090-752F-4FE6-87CC-88092FD9E8F8}" type="presOf" srcId="{DC5E104E-70C7-448D-B63C-F4780B7C9A0A}" destId="{122C1A47-DFB4-4818-BF68-FA6C92F1DE42}" srcOrd="0" destOrd="0" presId="urn:microsoft.com/office/officeart/2008/layout/NameandTitleOrganizationalChart"/>
    <dgm:cxn modelId="{F906A2AA-1529-4C8F-B436-E5FAE91916AE}" type="presOf" srcId="{F43033BB-E806-4E1A-ADA0-C68E09F19BDF}" destId="{164326E0-E762-43D7-9D38-DBC45368AB4D}" srcOrd="0" destOrd="0" presId="urn:microsoft.com/office/officeart/2008/layout/NameandTitleOrganizationalChart"/>
    <dgm:cxn modelId="{16A607B0-1BDC-4388-9B47-79E3A32B9531}" type="presOf" srcId="{B30E20BF-3B3B-4FB0-BFF6-4C8AF9B1DB51}" destId="{6BBD877C-4005-4286-966C-9834C23C7E08}" srcOrd="0" destOrd="0" presId="urn:microsoft.com/office/officeart/2008/layout/NameandTitleOrganizationalChart"/>
    <dgm:cxn modelId="{68C6A3B5-5215-4274-8083-740D9D6AC5D9}" type="presOf" srcId="{44A2B74C-6D9D-4A91-ABEE-909DC4023B71}" destId="{2D08FF12-F195-4481-8832-64795D88E77E}" srcOrd="0" destOrd="0" presId="urn:microsoft.com/office/officeart/2008/layout/NameandTitleOrganizationalChart"/>
    <dgm:cxn modelId="{40FA15B7-03B4-4FDF-8CC7-EF20E8D9F34E}" type="presOf" srcId="{25AF0927-150B-400F-8FEC-DDB40F3B479A}" destId="{722BFA1F-D8BF-4610-A0B5-5FE91AE3DE63}" srcOrd="0" destOrd="0" presId="urn:microsoft.com/office/officeart/2008/layout/NameandTitleOrganizationalChart"/>
    <dgm:cxn modelId="{C44E74B8-BFAA-4287-9072-1EEB075BA8F8}" srcId="{F472552F-C649-485C-AF85-0BE7D443709D}" destId="{1229778D-333A-4B8E-A12B-DFA008F617BC}" srcOrd="2" destOrd="0" parTransId="{25AF0927-150B-400F-8FEC-DDB40F3B479A}" sibTransId="{DC5E104E-70C7-448D-B63C-F4780B7C9A0A}"/>
    <dgm:cxn modelId="{6BB767B9-9A70-4A4E-A1DF-50C5948C68B8}" type="presOf" srcId="{462F9FC2-6802-446C-8B0D-B3706EDDDE1A}" destId="{A36E41C6-1FEA-496C-8ACB-8A215FD3F1ED}" srcOrd="0" destOrd="0" presId="urn:microsoft.com/office/officeart/2008/layout/NameandTitleOrganizationalChart"/>
    <dgm:cxn modelId="{4BDA52BC-A8DA-4D11-9AFA-D0A15C45EE88}" type="presOf" srcId="{FCE92670-C6CD-45A8-A4C3-40CD58A4DFC7}" destId="{A9D29558-C1B7-44B5-A82A-39DB33EF8CA5}" srcOrd="0" destOrd="0" presId="urn:microsoft.com/office/officeart/2008/layout/NameandTitleOrganizationalChart"/>
    <dgm:cxn modelId="{080728C5-4B6C-40CE-9EE3-BF3E8553E8E2}" type="presOf" srcId="{3ADD6D06-710C-48C7-B102-D172CA82DF95}" destId="{4716FFC0-4C55-440F-9AEA-541D714ED44C}" srcOrd="1" destOrd="0" presId="urn:microsoft.com/office/officeart/2008/layout/NameandTitleOrganizationalChart"/>
    <dgm:cxn modelId="{0BEE41C6-E0E2-499F-86FE-7057A3EFF78E}" type="presOf" srcId="{1229778D-333A-4B8E-A12B-DFA008F617BC}" destId="{8A179511-EAFF-4588-BBBE-B7FFA2F5EDD0}" srcOrd="1" destOrd="0" presId="urn:microsoft.com/office/officeart/2008/layout/NameandTitleOrganizationalChart"/>
    <dgm:cxn modelId="{EB31CDD3-32C5-4CAF-BD26-2897B53FB2BF}" type="presOf" srcId="{A07D9868-8611-4CB5-8F1B-69BE0F898474}" destId="{9A6803EB-5197-424F-99ED-F09DE8E95C86}" srcOrd="0" destOrd="0" presId="urn:microsoft.com/office/officeart/2008/layout/NameandTitleOrganizationalChart"/>
    <dgm:cxn modelId="{50D282DF-2F32-4E05-B2CB-B7A8CF097B73}" type="presOf" srcId="{866528F5-19B7-47AA-9D67-244D0EC62E37}" destId="{CBD1C515-0C47-40EB-A608-A5698DAAE02D}" srcOrd="1" destOrd="0" presId="urn:microsoft.com/office/officeart/2008/layout/NameandTitleOrganizationalChart"/>
    <dgm:cxn modelId="{1E661BE4-F4FB-4C8D-B2D1-278538F3C4C5}" type="presOf" srcId="{1229778D-333A-4B8E-A12B-DFA008F617BC}" destId="{88917CEA-5323-4064-8B18-116B832E92DA}" srcOrd="0" destOrd="0" presId="urn:microsoft.com/office/officeart/2008/layout/NameandTitleOrganizationalChart"/>
    <dgm:cxn modelId="{68107DE5-3C9F-410A-ACA6-1F5561F9EDE6}" srcId="{3ADD6D06-710C-48C7-B102-D172CA82DF95}" destId="{E75B0C7D-399C-4393-869A-297E627D15DD}" srcOrd="0" destOrd="0" parTransId="{BCAC7AB6-2845-4348-B16F-8A4DC919D83B}" sibTransId="{B30E20BF-3B3B-4FB0-BFF6-4C8AF9B1DB51}"/>
    <dgm:cxn modelId="{9E3714EC-15BD-4DAE-8240-AF5583D9EE67}" type="presOf" srcId="{F472552F-C649-485C-AF85-0BE7D443709D}" destId="{25C66599-74CA-4720-A1CC-B69D9A7BE7C3}" srcOrd="0" destOrd="0" presId="urn:microsoft.com/office/officeart/2008/layout/NameandTitleOrganizationalChart"/>
    <dgm:cxn modelId="{AD4B98F6-1621-4135-8096-CD65C6B03600}" srcId="{F472552F-C649-485C-AF85-0BE7D443709D}" destId="{F43033BB-E806-4E1A-ADA0-C68E09F19BDF}" srcOrd="3" destOrd="0" parTransId="{462F9FC2-6802-446C-8B0D-B3706EDDDE1A}" sibTransId="{428BFB33-84D2-41F2-AE72-25247C48D0C5}"/>
    <dgm:cxn modelId="{05B33EFB-0FEB-445C-9786-EBA61C85260A}" type="presOf" srcId="{E75B0C7D-399C-4393-869A-297E627D15DD}" destId="{D7A5F2C6-524F-4514-ACB3-30F9C79BC7EF}" srcOrd="0" destOrd="0" presId="urn:microsoft.com/office/officeart/2008/layout/NameandTitleOrganizationalChart"/>
    <dgm:cxn modelId="{96800916-2F24-4E3D-8FCE-5FE895614563}" type="presParOf" srcId="{1F8581B9-82B4-453F-95F4-56CCAB479BA0}" destId="{727BB83D-8226-450D-96B9-8EEA8951E108}" srcOrd="0" destOrd="0" presId="urn:microsoft.com/office/officeart/2008/layout/NameandTitleOrganizationalChart"/>
    <dgm:cxn modelId="{5AFA0620-9139-43CF-9215-97DDD516925B}" type="presParOf" srcId="{727BB83D-8226-450D-96B9-8EEA8951E108}" destId="{A1A8D18A-C15E-41A6-89FA-1ACEB6A08992}" srcOrd="0" destOrd="0" presId="urn:microsoft.com/office/officeart/2008/layout/NameandTitleOrganizationalChart"/>
    <dgm:cxn modelId="{E0A761CE-F2A8-495F-8321-B14BA577AB8C}" type="presParOf" srcId="{A1A8D18A-C15E-41A6-89FA-1ACEB6A08992}" destId="{EE83B66C-6CBA-4304-A98B-6AC604D12708}" srcOrd="0" destOrd="0" presId="urn:microsoft.com/office/officeart/2008/layout/NameandTitleOrganizationalChart"/>
    <dgm:cxn modelId="{B007F8A5-190D-4114-837F-8C5F8EFB099C}" type="presParOf" srcId="{A1A8D18A-C15E-41A6-89FA-1ACEB6A08992}" destId="{9A6803EB-5197-424F-99ED-F09DE8E95C86}" srcOrd="1" destOrd="0" presId="urn:microsoft.com/office/officeart/2008/layout/NameandTitleOrganizationalChart"/>
    <dgm:cxn modelId="{8D651DCD-DCBF-487B-8A5D-379B51751F36}" type="presParOf" srcId="{A1A8D18A-C15E-41A6-89FA-1ACEB6A08992}" destId="{4716FFC0-4C55-440F-9AEA-541D714ED44C}" srcOrd="2" destOrd="0" presId="urn:microsoft.com/office/officeart/2008/layout/NameandTitleOrganizationalChart"/>
    <dgm:cxn modelId="{7F19F9CD-A549-498F-8336-B6BBFD2B1C5C}" type="presParOf" srcId="{727BB83D-8226-450D-96B9-8EEA8951E108}" destId="{F2499E38-CD4B-47D0-A177-A23484D887AF}" srcOrd="1" destOrd="0" presId="urn:microsoft.com/office/officeart/2008/layout/NameandTitleOrganizationalChart"/>
    <dgm:cxn modelId="{C8C3FF65-D0EC-4018-847D-0B0DBDAF5029}" type="presParOf" srcId="{F2499E38-CD4B-47D0-A177-A23484D887AF}" destId="{0CCD7E16-9DD3-489D-956D-8382E4E30FC4}" srcOrd="0" destOrd="0" presId="urn:microsoft.com/office/officeart/2008/layout/NameandTitleOrganizationalChart"/>
    <dgm:cxn modelId="{771C1C90-073B-44C4-8E75-E87286D6013F}" type="presParOf" srcId="{F2499E38-CD4B-47D0-A177-A23484D887AF}" destId="{810829AC-9158-4FE8-9FF6-AF8EDE987635}" srcOrd="1" destOrd="0" presId="urn:microsoft.com/office/officeart/2008/layout/NameandTitleOrganizationalChart"/>
    <dgm:cxn modelId="{8E70CE38-E6A7-4A1F-BDD3-DBD8440EEBF2}" type="presParOf" srcId="{810829AC-9158-4FE8-9FF6-AF8EDE987635}" destId="{1C051EDC-0331-4D53-A749-989E6AF45C1C}" srcOrd="0" destOrd="0" presId="urn:microsoft.com/office/officeart/2008/layout/NameandTitleOrganizationalChart"/>
    <dgm:cxn modelId="{A6BB1C12-2115-4377-BDB2-150BC1D0CF01}" type="presParOf" srcId="{1C051EDC-0331-4D53-A749-989E6AF45C1C}" destId="{D7A5F2C6-524F-4514-ACB3-30F9C79BC7EF}" srcOrd="0" destOrd="0" presId="urn:microsoft.com/office/officeart/2008/layout/NameandTitleOrganizationalChart"/>
    <dgm:cxn modelId="{6F7FD960-B3B3-47F4-A523-F247571ACA64}" type="presParOf" srcId="{1C051EDC-0331-4D53-A749-989E6AF45C1C}" destId="{6BBD877C-4005-4286-966C-9834C23C7E08}" srcOrd="1" destOrd="0" presId="urn:microsoft.com/office/officeart/2008/layout/NameandTitleOrganizationalChart"/>
    <dgm:cxn modelId="{1583D2E4-6D5D-44D2-8BBE-72EA392BB808}" type="presParOf" srcId="{1C051EDC-0331-4D53-A749-989E6AF45C1C}" destId="{60019A95-6261-4435-A812-A53DE05F5C16}" srcOrd="2" destOrd="0" presId="urn:microsoft.com/office/officeart/2008/layout/NameandTitleOrganizationalChart"/>
    <dgm:cxn modelId="{461FF431-2549-405A-A684-12340B372E27}" type="presParOf" srcId="{810829AC-9158-4FE8-9FF6-AF8EDE987635}" destId="{C8F6AF93-4129-4580-B55C-D7253A397228}" srcOrd="1" destOrd="0" presId="urn:microsoft.com/office/officeart/2008/layout/NameandTitleOrganizationalChart"/>
    <dgm:cxn modelId="{60B17998-8B4C-4580-BF0B-B8279C936C17}" type="presParOf" srcId="{C8F6AF93-4129-4580-B55C-D7253A397228}" destId="{0363F73B-9797-4C72-8F1D-70F1FED5ACE3}" srcOrd="0" destOrd="0" presId="urn:microsoft.com/office/officeart/2008/layout/NameandTitleOrganizationalChart"/>
    <dgm:cxn modelId="{A090B0BA-DBDC-4FED-A807-CD69FCC12F02}" type="presParOf" srcId="{C8F6AF93-4129-4580-B55C-D7253A397228}" destId="{1015D5E2-ACD3-485E-B19A-724AC468E9F8}" srcOrd="1" destOrd="0" presId="urn:microsoft.com/office/officeart/2008/layout/NameandTitleOrganizationalChart"/>
    <dgm:cxn modelId="{BA81DB9B-2C7B-4079-8031-081D477F4998}" type="presParOf" srcId="{1015D5E2-ACD3-485E-B19A-724AC468E9F8}" destId="{C3CD281F-1AFD-4415-9006-32E047F99C25}" srcOrd="0" destOrd="0" presId="urn:microsoft.com/office/officeart/2008/layout/NameandTitleOrganizationalChart"/>
    <dgm:cxn modelId="{90012B6B-DC31-422B-B985-3F8170ADA394}" type="presParOf" srcId="{C3CD281F-1AFD-4415-9006-32E047F99C25}" destId="{25C66599-74CA-4720-A1CC-B69D9A7BE7C3}" srcOrd="0" destOrd="0" presId="urn:microsoft.com/office/officeart/2008/layout/NameandTitleOrganizationalChart"/>
    <dgm:cxn modelId="{3CA12540-53A5-4CDC-BAA3-466A2C544A51}" type="presParOf" srcId="{C3CD281F-1AFD-4415-9006-32E047F99C25}" destId="{5FA88B80-8481-40BE-9C4D-C4A1DFD59B88}" srcOrd="1" destOrd="0" presId="urn:microsoft.com/office/officeart/2008/layout/NameandTitleOrganizationalChart"/>
    <dgm:cxn modelId="{A6B46CCD-242A-4015-A1DA-3D1496C9C53D}" type="presParOf" srcId="{C3CD281F-1AFD-4415-9006-32E047F99C25}" destId="{2AD5DC8A-871B-497D-B697-294286AB6DF4}" srcOrd="2" destOrd="0" presId="urn:microsoft.com/office/officeart/2008/layout/NameandTitleOrganizationalChart"/>
    <dgm:cxn modelId="{DE2F93DF-B5B0-434E-BB30-A8EAC6D42453}" type="presParOf" srcId="{1015D5E2-ACD3-485E-B19A-724AC468E9F8}" destId="{75BBF1D1-202B-4EFE-BB0B-351B5253D238}" srcOrd="1" destOrd="0" presId="urn:microsoft.com/office/officeart/2008/layout/NameandTitleOrganizationalChart"/>
    <dgm:cxn modelId="{B1480673-6482-4C0B-AC7A-1E8EB5F4A60C}" type="presParOf" srcId="{75BBF1D1-202B-4EFE-BB0B-351B5253D238}" destId="{21E30CF2-5C6B-4B1C-8BEC-D26225FFF5CA}" srcOrd="0" destOrd="0" presId="urn:microsoft.com/office/officeart/2008/layout/NameandTitleOrganizationalChart"/>
    <dgm:cxn modelId="{865797C9-B48E-4D2B-959A-8B5D1CBFF1E4}" type="presParOf" srcId="{75BBF1D1-202B-4EFE-BB0B-351B5253D238}" destId="{53EC81E8-0B02-4F1A-A7D9-39EFB0BE6096}" srcOrd="1" destOrd="0" presId="urn:microsoft.com/office/officeart/2008/layout/NameandTitleOrganizationalChart"/>
    <dgm:cxn modelId="{D0510D03-5776-42D3-A516-95D0E2A12F78}" type="presParOf" srcId="{53EC81E8-0B02-4F1A-A7D9-39EFB0BE6096}" destId="{1F79B2BA-CBE4-4B8E-9255-8ADFCCD45933}" srcOrd="0" destOrd="0" presId="urn:microsoft.com/office/officeart/2008/layout/NameandTitleOrganizationalChart"/>
    <dgm:cxn modelId="{DD405C94-29C4-4641-9367-5394BB45D682}" type="presParOf" srcId="{1F79B2BA-CBE4-4B8E-9255-8ADFCCD45933}" destId="{ACD6892A-ED47-45F4-996A-F5D7D7B496BA}" srcOrd="0" destOrd="0" presId="urn:microsoft.com/office/officeart/2008/layout/NameandTitleOrganizationalChart"/>
    <dgm:cxn modelId="{8DBF6D8B-8FDF-4368-849C-C3EF90C02713}" type="presParOf" srcId="{1F79B2BA-CBE4-4B8E-9255-8ADFCCD45933}" destId="{578A5F13-5BB3-457D-A91A-14C1D62107A7}" srcOrd="1" destOrd="0" presId="urn:microsoft.com/office/officeart/2008/layout/NameandTitleOrganizationalChart"/>
    <dgm:cxn modelId="{08E7E37D-1F7E-4F7E-8E50-827E45B87CBE}" type="presParOf" srcId="{1F79B2BA-CBE4-4B8E-9255-8ADFCCD45933}" destId="{CBD1C515-0C47-40EB-A608-A5698DAAE02D}" srcOrd="2" destOrd="0" presId="urn:microsoft.com/office/officeart/2008/layout/NameandTitleOrganizationalChart"/>
    <dgm:cxn modelId="{CA9B7388-15E4-4A17-81D3-5D3C3D11D717}" type="presParOf" srcId="{53EC81E8-0B02-4F1A-A7D9-39EFB0BE6096}" destId="{5A14D337-59EA-45E0-86F3-E2936CC4D3FB}" srcOrd="1" destOrd="0" presId="urn:microsoft.com/office/officeart/2008/layout/NameandTitleOrganizationalChart"/>
    <dgm:cxn modelId="{E474D1FD-7E9A-4C1F-AE42-09C5BA9BA38B}" type="presParOf" srcId="{53EC81E8-0B02-4F1A-A7D9-39EFB0BE6096}" destId="{ED41732A-4E35-4F1C-9C34-53E8DFCE848A}" srcOrd="2" destOrd="0" presId="urn:microsoft.com/office/officeart/2008/layout/NameandTitleOrganizationalChart"/>
    <dgm:cxn modelId="{267C2E3E-31B4-43E7-9A68-598B1F0598E8}" type="presParOf" srcId="{75BBF1D1-202B-4EFE-BB0B-351B5253D238}" destId="{2D08FF12-F195-4481-8832-64795D88E77E}" srcOrd="2" destOrd="0" presId="urn:microsoft.com/office/officeart/2008/layout/NameandTitleOrganizationalChart"/>
    <dgm:cxn modelId="{CF5D3F26-6AE9-4648-AD42-387DFCD9D278}" type="presParOf" srcId="{75BBF1D1-202B-4EFE-BB0B-351B5253D238}" destId="{6AE806A6-399F-4D2A-B85C-8C8D1A7C728B}" srcOrd="3" destOrd="0" presId="urn:microsoft.com/office/officeart/2008/layout/NameandTitleOrganizationalChart"/>
    <dgm:cxn modelId="{3C750039-82E9-4073-B5B0-17D60201FA6A}" type="presParOf" srcId="{6AE806A6-399F-4D2A-B85C-8C8D1A7C728B}" destId="{BC1F86A0-83AF-4113-9A0E-0CB9897B28A4}" srcOrd="0" destOrd="0" presId="urn:microsoft.com/office/officeart/2008/layout/NameandTitleOrganizationalChart"/>
    <dgm:cxn modelId="{D5D98AD5-B12C-459A-9FEA-8D43E3CADB1E}" type="presParOf" srcId="{BC1F86A0-83AF-4113-9A0E-0CB9897B28A4}" destId="{A9D29558-C1B7-44B5-A82A-39DB33EF8CA5}" srcOrd="0" destOrd="0" presId="urn:microsoft.com/office/officeart/2008/layout/NameandTitleOrganizationalChart"/>
    <dgm:cxn modelId="{5BF9F9AE-7A52-4F3C-ACE3-BCCA3A985528}" type="presParOf" srcId="{BC1F86A0-83AF-4113-9A0E-0CB9897B28A4}" destId="{FEAD1A29-AE3C-4843-B74B-926BCFD949F2}" srcOrd="1" destOrd="0" presId="urn:microsoft.com/office/officeart/2008/layout/NameandTitleOrganizationalChart"/>
    <dgm:cxn modelId="{C6434798-95A6-43CC-9629-E2898E4FC828}" type="presParOf" srcId="{BC1F86A0-83AF-4113-9A0E-0CB9897B28A4}" destId="{D38E7BE5-51D3-4BFA-B2F8-879668169AFD}" srcOrd="2" destOrd="0" presId="urn:microsoft.com/office/officeart/2008/layout/NameandTitleOrganizationalChart"/>
    <dgm:cxn modelId="{E0084D90-D8BB-4C69-9538-8CDA0E624F22}" type="presParOf" srcId="{6AE806A6-399F-4D2A-B85C-8C8D1A7C728B}" destId="{8D575896-46DA-422A-804E-4715D2CC9370}" srcOrd="1" destOrd="0" presId="urn:microsoft.com/office/officeart/2008/layout/NameandTitleOrganizationalChart"/>
    <dgm:cxn modelId="{9E091127-08C5-4C17-B0B1-157B8276C941}" type="presParOf" srcId="{6AE806A6-399F-4D2A-B85C-8C8D1A7C728B}" destId="{17052CAC-A2D5-4D2A-ADA8-0A5522F017E9}" srcOrd="2" destOrd="0" presId="urn:microsoft.com/office/officeart/2008/layout/NameandTitleOrganizationalChart"/>
    <dgm:cxn modelId="{BD44E979-0881-48BD-8662-866D85B8D692}" type="presParOf" srcId="{75BBF1D1-202B-4EFE-BB0B-351B5253D238}" destId="{722BFA1F-D8BF-4610-A0B5-5FE91AE3DE63}" srcOrd="4" destOrd="0" presId="urn:microsoft.com/office/officeart/2008/layout/NameandTitleOrganizationalChart"/>
    <dgm:cxn modelId="{9753FBF6-A8AC-4E36-8F74-C860DA080740}" type="presParOf" srcId="{75BBF1D1-202B-4EFE-BB0B-351B5253D238}" destId="{404F1D2C-412B-4702-AAFE-0D58393445D1}" srcOrd="5" destOrd="0" presId="urn:microsoft.com/office/officeart/2008/layout/NameandTitleOrganizationalChart"/>
    <dgm:cxn modelId="{D0F7BC52-1469-4366-A848-DE2DA70E6E52}" type="presParOf" srcId="{404F1D2C-412B-4702-AAFE-0D58393445D1}" destId="{6243D8F1-DE94-4EC2-B3C2-7DFD93FAAED8}" srcOrd="0" destOrd="0" presId="urn:microsoft.com/office/officeart/2008/layout/NameandTitleOrganizationalChart"/>
    <dgm:cxn modelId="{C1E1AACE-173C-422E-80D5-92222217079C}" type="presParOf" srcId="{6243D8F1-DE94-4EC2-B3C2-7DFD93FAAED8}" destId="{88917CEA-5323-4064-8B18-116B832E92DA}" srcOrd="0" destOrd="0" presId="urn:microsoft.com/office/officeart/2008/layout/NameandTitleOrganizationalChart"/>
    <dgm:cxn modelId="{276DBF82-5F68-4011-9D81-0E744FC9C31E}" type="presParOf" srcId="{6243D8F1-DE94-4EC2-B3C2-7DFD93FAAED8}" destId="{122C1A47-DFB4-4818-BF68-FA6C92F1DE42}" srcOrd="1" destOrd="0" presId="urn:microsoft.com/office/officeart/2008/layout/NameandTitleOrganizationalChart"/>
    <dgm:cxn modelId="{F06F9CEC-41C6-4F87-A115-5E9D258A410B}" type="presParOf" srcId="{6243D8F1-DE94-4EC2-B3C2-7DFD93FAAED8}" destId="{8A179511-EAFF-4588-BBBE-B7FFA2F5EDD0}" srcOrd="2" destOrd="0" presId="urn:microsoft.com/office/officeart/2008/layout/NameandTitleOrganizationalChart"/>
    <dgm:cxn modelId="{2B390227-57F0-4AA9-B11C-6533F4560F15}" type="presParOf" srcId="{404F1D2C-412B-4702-AAFE-0D58393445D1}" destId="{0E8BAE54-F020-4525-A76A-2469EF4C4A6F}" srcOrd="1" destOrd="0" presId="urn:microsoft.com/office/officeart/2008/layout/NameandTitleOrganizationalChart"/>
    <dgm:cxn modelId="{7EE37B89-EA3A-49EE-8D0E-B61E72D33241}" type="presParOf" srcId="{404F1D2C-412B-4702-AAFE-0D58393445D1}" destId="{6709593C-C261-484C-92A4-CF447B7D2D45}" srcOrd="2" destOrd="0" presId="urn:microsoft.com/office/officeart/2008/layout/NameandTitleOrganizationalChart"/>
    <dgm:cxn modelId="{DCF6668A-A672-4C63-AB14-B739617063DD}" type="presParOf" srcId="{75BBF1D1-202B-4EFE-BB0B-351B5253D238}" destId="{A36E41C6-1FEA-496C-8ACB-8A215FD3F1ED}" srcOrd="6" destOrd="0" presId="urn:microsoft.com/office/officeart/2008/layout/NameandTitleOrganizationalChart"/>
    <dgm:cxn modelId="{FECE9AED-2D0A-47EA-9120-E488D3B9763C}" type="presParOf" srcId="{75BBF1D1-202B-4EFE-BB0B-351B5253D238}" destId="{C3ED82AC-1F65-432B-8BAF-6B86791C2C1C}" srcOrd="7" destOrd="0" presId="urn:microsoft.com/office/officeart/2008/layout/NameandTitleOrganizationalChart"/>
    <dgm:cxn modelId="{E3E02249-7A1C-4ACB-8295-3A4E19AB626C}" type="presParOf" srcId="{C3ED82AC-1F65-432B-8BAF-6B86791C2C1C}" destId="{8AAD6CE5-D3CF-4632-A856-94DF6D5189AC}" srcOrd="0" destOrd="0" presId="urn:microsoft.com/office/officeart/2008/layout/NameandTitleOrganizationalChart"/>
    <dgm:cxn modelId="{AC37B867-9D4E-49C3-BECB-DAA88784840F}" type="presParOf" srcId="{8AAD6CE5-D3CF-4632-A856-94DF6D5189AC}" destId="{164326E0-E762-43D7-9D38-DBC45368AB4D}" srcOrd="0" destOrd="0" presId="urn:microsoft.com/office/officeart/2008/layout/NameandTitleOrganizationalChart"/>
    <dgm:cxn modelId="{BC35AE04-11EF-4219-BE86-039845D14335}" type="presParOf" srcId="{8AAD6CE5-D3CF-4632-A856-94DF6D5189AC}" destId="{8FD8D503-7A52-43F4-8007-0F7083049E6F}" srcOrd="1" destOrd="0" presId="urn:microsoft.com/office/officeart/2008/layout/NameandTitleOrganizationalChart"/>
    <dgm:cxn modelId="{DEB9BD44-109B-49A2-8DD1-63A97AAE1356}" type="presParOf" srcId="{8AAD6CE5-D3CF-4632-A856-94DF6D5189AC}" destId="{864EE39B-E75B-4805-B852-F1AA39A013A7}" srcOrd="2" destOrd="0" presId="urn:microsoft.com/office/officeart/2008/layout/NameandTitleOrganizationalChart"/>
    <dgm:cxn modelId="{16D1014C-0008-4AE7-957D-3C4BF8155AC5}" type="presParOf" srcId="{C3ED82AC-1F65-432B-8BAF-6B86791C2C1C}" destId="{DF1E12D8-A10E-4971-9307-64FD59411BCE}" srcOrd="1" destOrd="0" presId="urn:microsoft.com/office/officeart/2008/layout/NameandTitleOrganizationalChart"/>
    <dgm:cxn modelId="{6FF28C6C-5772-4278-8EF0-395D383D7F10}" type="presParOf" srcId="{C3ED82AC-1F65-432B-8BAF-6B86791C2C1C}" destId="{9DC78F38-3FE5-4134-963A-2621F57C36DA}" srcOrd="2" destOrd="0" presId="urn:microsoft.com/office/officeart/2008/layout/NameandTitleOrganizationalChart"/>
    <dgm:cxn modelId="{7D17FBDB-05DD-4D28-B77C-AD50D320249A}" type="presParOf" srcId="{1015D5E2-ACD3-485E-B19A-724AC468E9F8}" destId="{0E79C23D-33E2-4247-9EA1-C5E47F43F0C8}" srcOrd="2" destOrd="0" presId="urn:microsoft.com/office/officeart/2008/layout/NameandTitleOrganizationalChart"/>
    <dgm:cxn modelId="{E76BED85-50E9-493E-BFCB-B7FC4FA5DDD4}" type="presParOf" srcId="{810829AC-9158-4FE8-9FF6-AF8EDE987635}" destId="{AA43E1CB-2154-4B17-9169-25E53DD9712E}" srcOrd="2" destOrd="0" presId="urn:microsoft.com/office/officeart/2008/layout/NameandTitleOrganizationalChart"/>
    <dgm:cxn modelId="{FE6A583B-625D-4392-ABC7-550CCE333B2F}" type="presParOf" srcId="{727BB83D-8226-450D-96B9-8EEA8951E108}" destId="{FD63FAAB-B1F7-43DB-A4B7-D1BE3C3FF08A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8E049-BB37-49F2-8F5E-2115912BF808}">
      <dsp:nvSpPr>
        <dsp:cNvPr id="0" name=""/>
        <dsp:cNvSpPr/>
      </dsp:nvSpPr>
      <dsp:spPr>
        <a:xfrm>
          <a:off x="4724780" y="2436948"/>
          <a:ext cx="2430103" cy="338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958"/>
              </a:lnTo>
              <a:lnTo>
                <a:pt x="2430103" y="201958"/>
              </a:lnTo>
              <a:lnTo>
                <a:pt x="2430103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0F489-9DA2-43F0-A38F-5824E87778F3}">
      <dsp:nvSpPr>
        <dsp:cNvPr id="0" name=""/>
        <dsp:cNvSpPr/>
      </dsp:nvSpPr>
      <dsp:spPr>
        <a:xfrm>
          <a:off x="4724780" y="2436948"/>
          <a:ext cx="770028" cy="338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958"/>
              </a:lnTo>
              <a:lnTo>
                <a:pt x="770028" y="201958"/>
              </a:lnTo>
              <a:lnTo>
                <a:pt x="770028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2BFA1F-D8BF-4610-A0B5-5FE91AE3DE63}">
      <dsp:nvSpPr>
        <dsp:cNvPr id="0" name=""/>
        <dsp:cNvSpPr/>
      </dsp:nvSpPr>
      <dsp:spPr>
        <a:xfrm>
          <a:off x="3813988" y="2436948"/>
          <a:ext cx="910791" cy="338768"/>
        </a:xfrm>
        <a:custGeom>
          <a:avLst/>
          <a:gdLst/>
          <a:ahLst/>
          <a:cxnLst/>
          <a:rect l="0" t="0" r="0" b="0"/>
          <a:pathLst>
            <a:path>
              <a:moveTo>
                <a:pt x="910791" y="0"/>
              </a:moveTo>
              <a:lnTo>
                <a:pt x="910791" y="201958"/>
              </a:lnTo>
              <a:lnTo>
                <a:pt x="0" y="201958"/>
              </a:lnTo>
              <a:lnTo>
                <a:pt x="0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8FF12-F195-4481-8832-64795D88E77E}">
      <dsp:nvSpPr>
        <dsp:cNvPr id="0" name=""/>
        <dsp:cNvSpPr/>
      </dsp:nvSpPr>
      <dsp:spPr>
        <a:xfrm>
          <a:off x="2294676" y="3362047"/>
          <a:ext cx="759655" cy="338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958"/>
              </a:lnTo>
              <a:lnTo>
                <a:pt x="759655" y="201958"/>
              </a:lnTo>
              <a:lnTo>
                <a:pt x="759655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1284B-56DE-4672-A2EA-993BF8DB217C}">
      <dsp:nvSpPr>
        <dsp:cNvPr id="0" name=""/>
        <dsp:cNvSpPr/>
      </dsp:nvSpPr>
      <dsp:spPr>
        <a:xfrm>
          <a:off x="1535020" y="3362047"/>
          <a:ext cx="759655" cy="338768"/>
        </a:xfrm>
        <a:custGeom>
          <a:avLst/>
          <a:gdLst/>
          <a:ahLst/>
          <a:cxnLst/>
          <a:rect l="0" t="0" r="0" b="0"/>
          <a:pathLst>
            <a:path>
              <a:moveTo>
                <a:pt x="759655" y="0"/>
              </a:moveTo>
              <a:lnTo>
                <a:pt x="759655" y="201958"/>
              </a:lnTo>
              <a:lnTo>
                <a:pt x="0" y="201958"/>
              </a:lnTo>
              <a:lnTo>
                <a:pt x="0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30CF2-5C6B-4B1C-8BEC-D26225FFF5CA}">
      <dsp:nvSpPr>
        <dsp:cNvPr id="0" name=""/>
        <dsp:cNvSpPr/>
      </dsp:nvSpPr>
      <dsp:spPr>
        <a:xfrm>
          <a:off x="2294676" y="2436948"/>
          <a:ext cx="2430103" cy="338768"/>
        </a:xfrm>
        <a:custGeom>
          <a:avLst/>
          <a:gdLst/>
          <a:ahLst/>
          <a:cxnLst/>
          <a:rect l="0" t="0" r="0" b="0"/>
          <a:pathLst>
            <a:path>
              <a:moveTo>
                <a:pt x="2430103" y="0"/>
              </a:moveTo>
              <a:lnTo>
                <a:pt x="2430103" y="201958"/>
              </a:lnTo>
              <a:lnTo>
                <a:pt x="0" y="201958"/>
              </a:lnTo>
              <a:lnTo>
                <a:pt x="0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63F73B-9797-4C72-8F1D-70F1FED5ACE3}">
      <dsp:nvSpPr>
        <dsp:cNvPr id="0" name=""/>
        <dsp:cNvSpPr/>
      </dsp:nvSpPr>
      <dsp:spPr>
        <a:xfrm>
          <a:off x="4679060" y="1511849"/>
          <a:ext cx="91440" cy="338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87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47EA9-E990-46C8-8BE7-01F115CC485C}">
      <dsp:nvSpPr>
        <dsp:cNvPr id="0" name=""/>
        <dsp:cNvSpPr/>
      </dsp:nvSpPr>
      <dsp:spPr>
        <a:xfrm>
          <a:off x="4679060" y="586750"/>
          <a:ext cx="91440" cy="3387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876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83B66C-6CBA-4304-A98B-6AC604D12708}">
      <dsp:nvSpPr>
        <dsp:cNvPr id="0" name=""/>
        <dsp:cNvSpPr/>
      </dsp:nvSpPr>
      <dsp:spPr>
        <a:xfrm>
          <a:off x="4158557" y="420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/>
            <a:t>Sponsor</a:t>
          </a:r>
        </a:p>
      </dsp:txBody>
      <dsp:txXfrm>
        <a:off x="4158557" y="420"/>
        <a:ext cx="1132445" cy="586330"/>
      </dsp:txXfrm>
    </dsp:sp>
    <dsp:sp modelId="{9A6803EB-5197-424F-99ED-F09DE8E95C86}">
      <dsp:nvSpPr>
        <dsp:cNvPr id="0" name=""/>
        <dsp:cNvSpPr/>
      </dsp:nvSpPr>
      <dsp:spPr>
        <a:xfrm>
          <a:off x="4385046" y="456455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Jonas Hallberg</a:t>
          </a:r>
        </a:p>
      </dsp:txBody>
      <dsp:txXfrm>
        <a:off x="4385046" y="456455"/>
        <a:ext cx="1019201" cy="195443"/>
      </dsp:txXfrm>
    </dsp:sp>
    <dsp:sp modelId="{201343F0-DCE4-4F57-9618-E869192EAF1B}">
      <dsp:nvSpPr>
        <dsp:cNvPr id="0" name=""/>
        <dsp:cNvSpPr/>
      </dsp:nvSpPr>
      <dsp:spPr>
        <a:xfrm>
          <a:off x="4158557" y="925519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err="1"/>
            <a:t>Steering</a:t>
          </a:r>
          <a:r>
            <a:rPr lang="sv-SE" sz="1000" kern="1200"/>
            <a:t> Group</a:t>
          </a:r>
        </a:p>
      </dsp:txBody>
      <dsp:txXfrm>
        <a:off x="4158557" y="925519"/>
        <a:ext cx="1132445" cy="586330"/>
      </dsp:txXfrm>
    </dsp:sp>
    <dsp:sp modelId="{EF0EF510-A32F-48C5-8D0E-6B7BCFCCF15F}">
      <dsp:nvSpPr>
        <dsp:cNvPr id="0" name=""/>
        <dsp:cNvSpPr/>
      </dsp:nvSpPr>
      <dsp:spPr>
        <a:xfrm>
          <a:off x="4385046" y="1381554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Elin Bergström</a:t>
          </a:r>
        </a:p>
      </dsp:txBody>
      <dsp:txXfrm>
        <a:off x="4385046" y="1381554"/>
        <a:ext cx="1019201" cy="195443"/>
      </dsp:txXfrm>
    </dsp:sp>
    <dsp:sp modelId="{25C66599-74CA-4720-A1CC-B69D9A7BE7C3}">
      <dsp:nvSpPr>
        <dsp:cNvPr id="0" name=""/>
        <dsp:cNvSpPr/>
      </dsp:nvSpPr>
      <dsp:spPr>
        <a:xfrm>
          <a:off x="4158557" y="1850618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/>
            <a:t>Project Manager</a:t>
          </a:r>
        </a:p>
      </dsp:txBody>
      <dsp:txXfrm>
        <a:off x="4158557" y="1850618"/>
        <a:ext cx="1132445" cy="586330"/>
      </dsp:txXfrm>
    </dsp:sp>
    <dsp:sp modelId="{5FA88B80-8481-40BE-9C4D-C4A1DFD59B88}">
      <dsp:nvSpPr>
        <dsp:cNvPr id="0" name=""/>
        <dsp:cNvSpPr/>
      </dsp:nvSpPr>
      <dsp:spPr>
        <a:xfrm>
          <a:off x="4385046" y="2306653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Maria Svensson</a:t>
          </a:r>
        </a:p>
      </dsp:txBody>
      <dsp:txXfrm>
        <a:off x="4385046" y="2306653"/>
        <a:ext cx="1019201" cy="195443"/>
      </dsp:txXfrm>
    </dsp:sp>
    <dsp:sp modelId="{ACD6892A-ED47-45F4-996A-F5D7D7B496BA}">
      <dsp:nvSpPr>
        <dsp:cNvPr id="0" name=""/>
        <dsp:cNvSpPr/>
      </dsp:nvSpPr>
      <dsp:spPr>
        <a:xfrm>
          <a:off x="1728453" y="2775717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/>
            <a:t>IT Project Manager</a:t>
          </a:r>
        </a:p>
      </dsp:txBody>
      <dsp:txXfrm>
        <a:off x="1728453" y="2775717"/>
        <a:ext cx="1132445" cy="586330"/>
      </dsp:txXfrm>
    </dsp:sp>
    <dsp:sp modelId="{578A5F13-5BB3-457D-A91A-14C1D62107A7}">
      <dsp:nvSpPr>
        <dsp:cNvPr id="0" name=""/>
        <dsp:cNvSpPr/>
      </dsp:nvSpPr>
      <dsp:spPr>
        <a:xfrm>
          <a:off x="1954942" y="3231752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Daniel Larsson</a:t>
          </a:r>
        </a:p>
      </dsp:txBody>
      <dsp:txXfrm>
        <a:off x="1954942" y="3231752"/>
        <a:ext cx="1019201" cy="195443"/>
      </dsp:txXfrm>
    </dsp:sp>
    <dsp:sp modelId="{1D8AA0BE-21FE-4797-9EB2-CCA75E658EE3}">
      <dsp:nvSpPr>
        <dsp:cNvPr id="0" name=""/>
        <dsp:cNvSpPr/>
      </dsp:nvSpPr>
      <dsp:spPr>
        <a:xfrm>
          <a:off x="968797" y="3700816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/>
            <a:t>Project </a:t>
          </a:r>
          <a:r>
            <a:rPr lang="sv-SE" sz="1000" kern="1200" err="1"/>
            <a:t>Member</a:t>
          </a:r>
          <a:endParaRPr lang="sv-SE" sz="1000" kern="1200"/>
        </a:p>
      </dsp:txBody>
      <dsp:txXfrm>
        <a:off x="968797" y="3700816"/>
        <a:ext cx="1132445" cy="586330"/>
      </dsp:txXfrm>
    </dsp:sp>
    <dsp:sp modelId="{2DFF51B4-6CD1-419D-9892-15350F7373F7}">
      <dsp:nvSpPr>
        <dsp:cNvPr id="0" name=""/>
        <dsp:cNvSpPr/>
      </dsp:nvSpPr>
      <dsp:spPr>
        <a:xfrm>
          <a:off x="1195287" y="4156851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Sara Holm</a:t>
          </a:r>
        </a:p>
      </dsp:txBody>
      <dsp:txXfrm>
        <a:off x="1195287" y="4156851"/>
        <a:ext cx="1019201" cy="195443"/>
      </dsp:txXfrm>
    </dsp:sp>
    <dsp:sp modelId="{A9D29558-C1B7-44B5-A82A-39DB33EF8CA5}">
      <dsp:nvSpPr>
        <dsp:cNvPr id="0" name=""/>
        <dsp:cNvSpPr/>
      </dsp:nvSpPr>
      <dsp:spPr>
        <a:xfrm>
          <a:off x="2488109" y="3700816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/>
            <a:t>Project </a:t>
          </a:r>
          <a:r>
            <a:rPr lang="sv-SE" sz="1000" kern="1200" err="1"/>
            <a:t>Member</a:t>
          </a:r>
          <a:endParaRPr lang="sv-SE" sz="1000" kern="1200"/>
        </a:p>
      </dsp:txBody>
      <dsp:txXfrm>
        <a:off x="2488109" y="3700816"/>
        <a:ext cx="1132445" cy="586330"/>
      </dsp:txXfrm>
    </dsp:sp>
    <dsp:sp modelId="{FEAD1A29-AE3C-4843-B74B-926BCFD949F2}">
      <dsp:nvSpPr>
        <dsp:cNvPr id="0" name=""/>
        <dsp:cNvSpPr/>
      </dsp:nvSpPr>
      <dsp:spPr>
        <a:xfrm>
          <a:off x="2714598" y="4156851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100" kern="1200" dirty="0"/>
            <a:t>Mikael Jonsson</a:t>
          </a:r>
        </a:p>
      </dsp:txBody>
      <dsp:txXfrm>
        <a:off x="2714598" y="4156851"/>
        <a:ext cx="1019201" cy="195443"/>
      </dsp:txXfrm>
    </dsp:sp>
    <dsp:sp modelId="{88917CEA-5323-4064-8B18-116B832E92DA}">
      <dsp:nvSpPr>
        <dsp:cNvPr id="0" name=""/>
        <dsp:cNvSpPr/>
      </dsp:nvSpPr>
      <dsp:spPr>
        <a:xfrm>
          <a:off x="3247765" y="2775717"/>
          <a:ext cx="1132445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Project Member (Data Analyst)</a:t>
          </a:r>
        </a:p>
      </dsp:txBody>
      <dsp:txXfrm>
        <a:off x="3247765" y="2775717"/>
        <a:ext cx="1132445" cy="586330"/>
      </dsp:txXfrm>
    </dsp:sp>
    <dsp:sp modelId="{122C1A47-DFB4-4818-BF68-FA6C92F1DE42}">
      <dsp:nvSpPr>
        <dsp:cNvPr id="0" name=""/>
        <dsp:cNvSpPr/>
      </dsp:nvSpPr>
      <dsp:spPr>
        <a:xfrm>
          <a:off x="3474254" y="3231752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Anna Karlsson</a:t>
          </a:r>
        </a:p>
      </dsp:txBody>
      <dsp:txXfrm>
        <a:off x="3474254" y="3231752"/>
        <a:ext cx="1019201" cy="195443"/>
      </dsp:txXfrm>
    </dsp:sp>
    <dsp:sp modelId="{33B2F770-E756-4D42-8B72-8D840040A8C3}">
      <dsp:nvSpPr>
        <dsp:cNvPr id="0" name=""/>
        <dsp:cNvSpPr/>
      </dsp:nvSpPr>
      <dsp:spPr>
        <a:xfrm>
          <a:off x="4767076" y="2775717"/>
          <a:ext cx="1455464" cy="5863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Project Member (Energy Operations Rep)</a:t>
          </a:r>
        </a:p>
      </dsp:txBody>
      <dsp:txXfrm>
        <a:off x="4767076" y="2775717"/>
        <a:ext cx="1455464" cy="586330"/>
      </dsp:txXfrm>
    </dsp:sp>
    <dsp:sp modelId="{E9832395-07EA-4AD0-B8B2-6F9CBE3EBDC3}">
      <dsp:nvSpPr>
        <dsp:cNvPr id="0" name=""/>
        <dsp:cNvSpPr/>
      </dsp:nvSpPr>
      <dsp:spPr>
        <a:xfrm>
          <a:off x="5150937" y="3233908"/>
          <a:ext cx="1027477" cy="1911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Lars Nyberg</a:t>
          </a:r>
        </a:p>
      </dsp:txBody>
      <dsp:txXfrm>
        <a:off x="5150937" y="3233908"/>
        <a:ext cx="1027477" cy="191130"/>
      </dsp:txXfrm>
    </dsp:sp>
    <dsp:sp modelId="{F9678508-A9E2-4FCF-91E2-E75079D1E43F}">
      <dsp:nvSpPr>
        <dsp:cNvPr id="0" name=""/>
        <dsp:cNvSpPr/>
      </dsp:nvSpPr>
      <dsp:spPr>
        <a:xfrm>
          <a:off x="6496162" y="2775717"/>
          <a:ext cx="1317442" cy="6676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2738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Project Member (IT Support Technician)</a:t>
          </a:r>
        </a:p>
      </dsp:txBody>
      <dsp:txXfrm>
        <a:off x="6496162" y="2775717"/>
        <a:ext cx="1317442" cy="667613"/>
      </dsp:txXfrm>
    </dsp:sp>
    <dsp:sp modelId="{D9A58D53-6A5E-4C87-BD12-4730D111FB5C}">
      <dsp:nvSpPr>
        <dsp:cNvPr id="0" name=""/>
        <dsp:cNvSpPr/>
      </dsp:nvSpPr>
      <dsp:spPr>
        <a:xfrm>
          <a:off x="6815149" y="3272393"/>
          <a:ext cx="1019201" cy="1954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100" kern="1200" dirty="0"/>
            <a:t>Erik Johansson</a:t>
          </a:r>
        </a:p>
      </dsp:txBody>
      <dsp:txXfrm>
        <a:off x="6815149" y="3272393"/>
        <a:ext cx="1019201" cy="1954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ACD2C-7F74-4B4D-A135-16BF33D07E53}">
      <dsp:nvSpPr>
        <dsp:cNvPr id="0" name=""/>
        <dsp:cNvSpPr/>
      </dsp:nvSpPr>
      <dsp:spPr>
        <a:xfrm>
          <a:off x="5794202" y="1576997"/>
          <a:ext cx="252423" cy="2449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9557"/>
              </a:lnTo>
              <a:lnTo>
                <a:pt x="252423" y="244955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147C62-B853-47AB-B04A-7AC656A036C6}">
      <dsp:nvSpPr>
        <dsp:cNvPr id="0" name=""/>
        <dsp:cNvSpPr/>
      </dsp:nvSpPr>
      <dsp:spPr>
        <a:xfrm>
          <a:off x="5794202" y="1576997"/>
          <a:ext cx="252423" cy="1524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458"/>
              </a:lnTo>
              <a:lnTo>
                <a:pt x="252423" y="15244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25F9E5-6A38-4D5D-AEDA-7FA74BD8029F}">
      <dsp:nvSpPr>
        <dsp:cNvPr id="0" name=""/>
        <dsp:cNvSpPr/>
      </dsp:nvSpPr>
      <dsp:spPr>
        <a:xfrm>
          <a:off x="5794202" y="1576997"/>
          <a:ext cx="252423" cy="599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359"/>
              </a:lnTo>
              <a:lnTo>
                <a:pt x="252423" y="5993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797A95-0D35-419C-A04F-A6F5B722873D}">
      <dsp:nvSpPr>
        <dsp:cNvPr id="0" name=""/>
        <dsp:cNvSpPr/>
      </dsp:nvSpPr>
      <dsp:spPr>
        <a:xfrm>
          <a:off x="4255268" y="651898"/>
          <a:ext cx="2212061" cy="2736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10"/>
              </a:lnTo>
              <a:lnTo>
                <a:pt x="2212061" y="136810"/>
              </a:lnTo>
              <a:lnTo>
                <a:pt x="2212061" y="2736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0B3151-1567-4F8D-88D7-CAF10F19F05E}">
      <dsp:nvSpPr>
        <dsp:cNvPr id="0" name=""/>
        <dsp:cNvSpPr/>
      </dsp:nvSpPr>
      <dsp:spPr>
        <a:xfrm>
          <a:off x="3219722" y="1576997"/>
          <a:ext cx="355429" cy="2449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9557"/>
              </a:lnTo>
              <a:lnTo>
                <a:pt x="355429" y="244955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02304-4E83-410A-9AE3-F0A910415C95}">
      <dsp:nvSpPr>
        <dsp:cNvPr id="0" name=""/>
        <dsp:cNvSpPr/>
      </dsp:nvSpPr>
      <dsp:spPr>
        <a:xfrm>
          <a:off x="3219722" y="1576997"/>
          <a:ext cx="355429" cy="1524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458"/>
              </a:lnTo>
              <a:lnTo>
                <a:pt x="355429" y="15244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0342E6-060C-49A0-A980-31D1AD7FC19E}">
      <dsp:nvSpPr>
        <dsp:cNvPr id="0" name=""/>
        <dsp:cNvSpPr/>
      </dsp:nvSpPr>
      <dsp:spPr>
        <a:xfrm>
          <a:off x="3219722" y="1576997"/>
          <a:ext cx="355429" cy="599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359"/>
              </a:lnTo>
              <a:lnTo>
                <a:pt x="355429" y="5993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C59158-EC91-4813-B185-304082BE0A6E}">
      <dsp:nvSpPr>
        <dsp:cNvPr id="0" name=""/>
        <dsp:cNvSpPr/>
      </dsp:nvSpPr>
      <dsp:spPr>
        <a:xfrm>
          <a:off x="4121814" y="651898"/>
          <a:ext cx="91440" cy="273620"/>
        </a:xfrm>
        <a:custGeom>
          <a:avLst/>
          <a:gdLst/>
          <a:ahLst/>
          <a:cxnLst/>
          <a:rect l="0" t="0" r="0" b="0"/>
          <a:pathLst>
            <a:path>
              <a:moveTo>
                <a:pt x="133454" y="0"/>
              </a:moveTo>
              <a:lnTo>
                <a:pt x="133454" y="136810"/>
              </a:lnTo>
              <a:lnTo>
                <a:pt x="45720" y="136810"/>
              </a:lnTo>
              <a:lnTo>
                <a:pt x="45720" y="2736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E3004-8A30-4F6B-949B-D6D874ED94C8}">
      <dsp:nvSpPr>
        <dsp:cNvPr id="0" name=""/>
        <dsp:cNvSpPr/>
      </dsp:nvSpPr>
      <dsp:spPr>
        <a:xfrm>
          <a:off x="1352532" y="1576997"/>
          <a:ext cx="226102" cy="2449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9557"/>
              </a:lnTo>
              <a:lnTo>
                <a:pt x="226102" y="244955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71388B-BD2F-4327-A9D7-47E3E3D3C6A4}">
      <dsp:nvSpPr>
        <dsp:cNvPr id="0" name=""/>
        <dsp:cNvSpPr/>
      </dsp:nvSpPr>
      <dsp:spPr>
        <a:xfrm>
          <a:off x="1352532" y="1576997"/>
          <a:ext cx="226102" cy="1524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458"/>
              </a:lnTo>
              <a:lnTo>
                <a:pt x="226102" y="15244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EF103-9121-4212-A33A-BA4D23620DF4}">
      <dsp:nvSpPr>
        <dsp:cNvPr id="0" name=""/>
        <dsp:cNvSpPr/>
      </dsp:nvSpPr>
      <dsp:spPr>
        <a:xfrm>
          <a:off x="1352532" y="1576997"/>
          <a:ext cx="226102" cy="599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359"/>
              </a:lnTo>
              <a:lnTo>
                <a:pt x="226102" y="5993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7A307-3D27-4B1E-B04D-1C604354BB37}">
      <dsp:nvSpPr>
        <dsp:cNvPr id="0" name=""/>
        <dsp:cNvSpPr/>
      </dsp:nvSpPr>
      <dsp:spPr>
        <a:xfrm>
          <a:off x="1955472" y="651898"/>
          <a:ext cx="2299796" cy="273620"/>
        </a:xfrm>
        <a:custGeom>
          <a:avLst/>
          <a:gdLst/>
          <a:ahLst/>
          <a:cxnLst/>
          <a:rect l="0" t="0" r="0" b="0"/>
          <a:pathLst>
            <a:path>
              <a:moveTo>
                <a:pt x="2299796" y="0"/>
              </a:moveTo>
              <a:lnTo>
                <a:pt x="2299796" y="136810"/>
              </a:lnTo>
              <a:lnTo>
                <a:pt x="0" y="136810"/>
              </a:lnTo>
              <a:lnTo>
                <a:pt x="0" y="2736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EC83F-C9F8-499A-8546-92BA07693360}">
      <dsp:nvSpPr>
        <dsp:cNvPr id="0" name=""/>
        <dsp:cNvSpPr/>
      </dsp:nvSpPr>
      <dsp:spPr>
        <a:xfrm>
          <a:off x="3603790" y="420"/>
          <a:ext cx="130295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err="1"/>
            <a:t>Scope</a:t>
          </a:r>
          <a:endParaRPr lang="sv-SE" sz="1000" kern="1200"/>
        </a:p>
      </dsp:txBody>
      <dsp:txXfrm>
        <a:off x="3603790" y="420"/>
        <a:ext cx="1302956" cy="651478"/>
      </dsp:txXfrm>
    </dsp:sp>
    <dsp:sp modelId="{C0ABFEF3-691C-4FC6-9B59-FAD574A12F95}">
      <dsp:nvSpPr>
        <dsp:cNvPr id="0" name=""/>
        <dsp:cNvSpPr/>
      </dsp:nvSpPr>
      <dsp:spPr>
        <a:xfrm>
          <a:off x="1201797" y="925519"/>
          <a:ext cx="1507351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Area 1: Data Extraction</a:t>
          </a:r>
        </a:p>
      </dsp:txBody>
      <dsp:txXfrm>
        <a:off x="1201797" y="925519"/>
        <a:ext cx="1507351" cy="651478"/>
      </dsp:txXfrm>
    </dsp:sp>
    <dsp:sp modelId="{2E23AC68-4E89-4DAC-9DBF-4CD7267794CD}">
      <dsp:nvSpPr>
        <dsp:cNvPr id="0" name=""/>
        <dsp:cNvSpPr/>
      </dsp:nvSpPr>
      <dsp:spPr>
        <a:xfrm>
          <a:off x="1578634" y="1850618"/>
          <a:ext cx="130295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WP1.1 – Retrieve meter data from Building A</a:t>
          </a:r>
        </a:p>
      </dsp:txBody>
      <dsp:txXfrm>
        <a:off x="1578634" y="1850618"/>
        <a:ext cx="1302956" cy="651478"/>
      </dsp:txXfrm>
    </dsp:sp>
    <dsp:sp modelId="{3C89B7AC-CE05-4D71-A3AD-2DB7E25EDE97}">
      <dsp:nvSpPr>
        <dsp:cNvPr id="0" name=""/>
        <dsp:cNvSpPr/>
      </dsp:nvSpPr>
      <dsp:spPr>
        <a:xfrm>
          <a:off x="1578634" y="2775717"/>
          <a:ext cx="130295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WP1.2 – Retrieve meter data from Building B</a:t>
          </a:r>
        </a:p>
      </dsp:txBody>
      <dsp:txXfrm>
        <a:off x="1578634" y="2775717"/>
        <a:ext cx="1302956" cy="651478"/>
      </dsp:txXfrm>
    </dsp:sp>
    <dsp:sp modelId="{F8647AE9-137C-4E0F-A26F-631391737EAB}">
      <dsp:nvSpPr>
        <dsp:cNvPr id="0" name=""/>
        <dsp:cNvSpPr/>
      </dsp:nvSpPr>
      <dsp:spPr>
        <a:xfrm>
          <a:off x="1578634" y="3700816"/>
          <a:ext cx="130295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WP1.3 – Retrieve meter data from Building C</a:t>
          </a:r>
        </a:p>
      </dsp:txBody>
      <dsp:txXfrm>
        <a:off x="1578634" y="3700816"/>
        <a:ext cx="1302956" cy="651478"/>
      </dsp:txXfrm>
    </dsp:sp>
    <dsp:sp modelId="{C897E831-DC66-4633-99F1-8EB9A77D42A7}">
      <dsp:nvSpPr>
        <dsp:cNvPr id="0" name=""/>
        <dsp:cNvSpPr/>
      </dsp:nvSpPr>
      <dsp:spPr>
        <a:xfrm>
          <a:off x="2982769" y="925519"/>
          <a:ext cx="2369530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Area 2: Data Cleaning &amp; Standardization</a:t>
          </a:r>
        </a:p>
      </dsp:txBody>
      <dsp:txXfrm>
        <a:off x="2982769" y="925519"/>
        <a:ext cx="2369530" cy="651478"/>
      </dsp:txXfrm>
    </dsp:sp>
    <dsp:sp modelId="{3141170C-BD63-47E5-A84D-54A69E0A45E4}">
      <dsp:nvSpPr>
        <dsp:cNvPr id="0" name=""/>
        <dsp:cNvSpPr/>
      </dsp:nvSpPr>
      <dsp:spPr>
        <a:xfrm>
          <a:off x="3575151" y="1850618"/>
          <a:ext cx="1518152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WP2.1 – Combine datasets into a unified format</a:t>
          </a:r>
        </a:p>
      </dsp:txBody>
      <dsp:txXfrm>
        <a:off x="3575151" y="1850618"/>
        <a:ext cx="1518152" cy="651478"/>
      </dsp:txXfrm>
    </dsp:sp>
    <dsp:sp modelId="{7FB38849-711F-4D95-94F8-58958F9F2636}">
      <dsp:nvSpPr>
        <dsp:cNvPr id="0" name=""/>
        <dsp:cNvSpPr/>
      </dsp:nvSpPr>
      <dsp:spPr>
        <a:xfrm>
          <a:off x="3575151" y="2775717"/>
          <a:ext cx="1535234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WP2.2 – Remove duplicates and fill misssing values</a:t>
          </a:r>
        </a:p>
      </dsp:txBody>
      <dsp:txXfrm>
        <a:off x="3575151" y="2775717"/>
        <a:ext cx="1535234" cy="651478"/>
      </dsp:txXfrm>
    </dsp:sp>
    <dsp:sp modelId="{32A3398C-F83A-489A-A314-754EE910F097}">
      <dsp:nvSpPr>
        <dsp:cNvPr id="0" name=""/>
        <dsp:cNvSpPr/>
      </dsp:nvSpPr>
      <dsp:spPr>
        <a:xfrm>
          <a:off x="3575151" y="3700816"/>
          <a:ext cx="1535234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WP2.3 – Validate consumption values with Energy Team</a:t>
          </a:r>
        </a:p>
      </dsp:txBody>
      <dsp:txXfrm>
        <a:off x="3575151" y="3700816"/>
        <a:ext cx="1535234" cy="651478"/>
      </dsp:txXfrm>
    </dsp:sp>
    <dsp:sp modelId="{38059F9E-D0A3-47AB-B4A2-23F29BDD51FA}">
      <dsp:nvSpPr>
        <dsp:cNvPr id="0" name=""/>
        <dsp:cNvSpPr/>
      </dsp:nvSpPr>
      <dsp:spPr>
        <a:xfrm>
          <a:off x="5625920" y="925519"/>
          <a:ext cx="1682820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Area 3: Repoirting &amp; Handover</a:t>
          </a:r>
        </a:p>
      </dsp:txBody>
      <dsp:txXfrm>
        <a:off x="5625920" y="925519"/>
        <a:ext cx="1682820" cy="651478"/>
      </dsp:txXfrm>
    </dsp:sp>
    <dsp:sp modelId="{746315B9-AE00-4B23-8934-61B46331F458}">
      <dsp:nvSpPr>
        <dsp:cNvPr id="0" name=""/>
        <dsp:cNvSpPr/>
      </dsp:nvSpPr>
      <dsp:spPr>
        <a:xfrm>
          <a:off x="6046625" y="1850618"/>
          <a:ext cx="153644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WP3.1 – Create monthly energy summary report</a:t>
          </a:r>
        </a:p>
      </dsp:txBody>
      <dsp:txXfrm>
        <a:off x="6046625" y="1850618"/>
        <a:ext cx="1536446" cy="651478"/>
      </dsp:txXfrm>
    </dsp:sp>
    <dsp:sp modelId="{868B4155-0EF8-4A4C-A994-B15BC76300DB}">
      <dsp:nvSpPr>
        <dsp:cNvPr id="0" name=""/>
        <dsp:cNvSpPr/>
      </dsp:nvSpPr>
      <dsp:spPr>
        <a:xfrm>
          <a:off x="6046625" y="2775717"/>
          <a:ext cx="155472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WP3.2 – Prepare clean dataset package</a:t>
          </a:r>
        </a:p>
      </dsp:txBody>
      <dsp:txXfrm>
        <a:off x="6046625" y="2775717"/>
        <a:ext cx="1554726" cy="651478"/>
      </dsp:txXfrm>
    </dsp:sp>
    <dsp:sp modelId="{DE03C308-F820-44E8-B19A-EB1336CF5196}">
      <dsp:nvSpPr>
        <dsp:cNvPr id="0" name=""/>
        <dsp:cNvSpPr/>
      </dsp:nvSpPr>
      <dsp:spPr>
        <a:xfrm>
          <a:off x="6046625" y="3700816"/>
          <a:ext cx="1554726" cy="6514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WP3.3 – Handover to Energy Operations Team</a:t>
          </a:r>
        </a:p>
      </dsp:txBody>
      <dsp:txXfrm>
        <a:off x="6046625" y="3700816"/>
        <a:ext cx="1554726" cy="651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16582-94A3-425B-A206-F8F30E5F1A31}">
      <dsp:nvSpPr>
        <dsp:cNvPr id="0" name=""/>
        <dsp:cNvSpPr/>
      </dsp:nvSpPr>
      <dsp:spPr>
        <a:xfrm>
          <a:off x="95737" y="2046424"/>
          <a:ext cx="458507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Start</a:t>
          </a:r>
        </a:p>
      </dsp:txBody>
      <dsp:txXfrm>
        <a:off x="105743" y="2056430"/>
        <a:ext cx="438495" cy="321617"/>
      </dsp:txXfrm>
    </dsp:sp>
    <dsp:sp modelId="{542B660D-BEDC-48B5-9FD2-BD7DC22BA8E3}">
      <dsp:nvSpPr>
        <dsp:cNvPr id="0" name=""/>
        <dsp:cNvSpPr/>
      </dsp:nvSpPr>
      <dsp:spPr>
        <a:xfrm rot="18042370">
          <a:off x="387592" y="1917455"/>
          <a:ext cx="681097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681097" y="69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500" kern="1200"/>
        </a:p>
      </dsp:txBody>
      <dsp:txXfrm>
        <a:off x="711113" y="1907408"/>
        <a:ext cx="34054" cy="34054"/>
      </dsp:txXfrm>
    </dsp:sp>
    <dsp:sp modelId="{1BEE67C7-1D7F-4CAC-AE41-371A3476D5C4}">
      <dsp:nvSpPr>
        <dsp:cNvPr id="0" name=""/>
        <dsp:cNvSpPr/>
      </dsp:nvSpPr>
      <dsp:spPr>
        <a:xfrm>
          <a:off x="902037" y="1460818"/>
          <a:ext cx="1416429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WP1.1 – Retrieve meter data from Building A</a:t>
          </a:r>
        </a:p>
      </dsp:txBody>
      <dsp:txXfrm>
        <a:off x="912043" y="1470824"/>
        <a:ext cx="1396417" cy="321617"/>
      </dsp:txXfrm>
    </dsp:sp>
    <dsp:sp modelId="{91910558-83F4-4FCF-B500-30C7452A6262}">
      <dsp:nvSpPr>
        <dsp:cNvPr id="0" name=""/>
        <dsp:cNvSpPr/>
      </dsp:nvSpPr>
      <dsp:spPr>
        <a:xfrm rot="21366675">
          <a:off x="553893" y="2199897"/>
          <a:ext cx="305539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305539" y="69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500" kern="1200"/>
        </a:p>
      </dsp:txBody>
      <dsp:txXfrm>
        <a:off x="699024" y="2199239"/>
        <a:ext cx="15276" cy="15276"/>
      </dsp:txXfrm>
    </dsp:sp>
    <dsp:sp modelId="{70D095B0-F079-4151-894D-7E8E5F48D93D}">
      <dsp:nvSpPr>
        <dsp:cNvPr id="0" name=""/>
        <dsp:cNvSpPr/>
      </dsp:nvSpPr>
      <dsp:spPr>
        <a:xfrm>
          <a:off x="859081" y="2012003"/>
          <a:ext cx="1451433" cy="369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WP1.2 – Retrieve meter data from Building B</a:t>
          </a:r>
        </a:p>
      </dsp:txBody>
      <dsp:txXfrm>
        <a:off x="869889" y="2022811"/>
        <a:ext cx="1429817" cy="347412"/>
      </dsp:txXfrm>
    </dsp:sp>
    <dsp:sp modelId="{13CFC6BB-4CD1-4537-96C8-74C80338C60F}">
      <dsp:nvSpPr>
        <dsp:cNvPr id="0" name=""/>
        <dsp:cNvSpPr/>
      </dsp:nvSpPr>
      <dsp:spPr>
        <a:xfrm rot="21523523">
          <a:off x="2310472" y="2185784"/>
          <a:ext cx="337415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337415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745" y="2184329"/>
        <a:ext cx="16870" cy="16870"/>
      </dsp:txXfrm>
    </dsp:sp>
    <dsp:sp modelId="{C4E8F3CC-B2D0-40D6-87CA-5E145251E003}">
      <dsp:nvSpPr>
        <dsp:cNvPr id="0" name=""/>
        <dsp:cNvSpPr/>
      </dsp:nvSpPr>
      <dsp:spPr>
        <a:xfrm>
          <a:off x="2647846" y="2003802"/>
          <a:ext cx="1736359" cy="370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WP2.1 – Combine datasets into unified format</a:t>
          </a:r>
        </a:p>
      </dsp:txBody>
      <dsp:txXfrm>
        <a:off x="2658695" y="2014651"/>
        <a:ext cx="1714661" cy="348720"/>
      </dsp:txXfrm>
    </dsp:sp>
    <dsp:sp modelId="{35B37857-4235-4F2D-B8C1-B5389AF71D1B}">
      <dsp:nvSpPr>
        <dsp:cNvPr id="0" name=""/>
        <dsp:cNvSpPr/>
      </dsp:nvSpPr>
      <dsp:spPr>
        <a:xfrm rot="5305">
          <a:off x="4384205" y="2182190"/>
          <a:ext cx="205893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205893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2004" y="2184023"/>
        <a:ext cx="10294" cy="10294"/>
      </dsp:txXfrm>
    </dsp:sp>
    <dsp:sp modelId="{2A9DCD34-5E48-444A-9746-3697F47D883B}">
      <dsp:nvSpPr>
        <dsp:cNvPr id="0" name=""/>
        <dsp:cNvSpPr/>
      </dsp:nvSpPr>
      <dsp:spPr>
        <a:xfrm>
          <a:off x="4590098" y="2014979"/>
          <a:ext cx="1422668" cy="348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WP2.2 – Clean missing/duplicate values</a:t>
          </a:r>
        </a:p>
      </dsp:txBody>
      <dsp:txXfrm>
        <a:off x="4600311" y="2025192"/>
        <a:ext cx="1402242" cy="328275"/>
      </dsp:txXfrm>
    </dsp:sp>
    <dsp:sp modelId="{6D14911E-A37C-4BA6-BDEE-B975BA3466F2}">
      <dsp:nvSpPr>
        <dsp:cNvPr id="0" name=""/>
        <dsp:cNvSpPr/>
      </dsp:nvSpPr>
      <dsp:spPr>
        <a:xfrm rot="21531344">
          <a:off x="6012730" y="2178751"/>
          <a:ext cx="360279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360279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83863" y="2176725"/>
        <a:ext cx="18013" cy="18013"/>
      </dsp:txXfrm>
    </dsp:sp>
    <dsp:sp modelId="{97266CA2-466B-4CFB-82F0-3DE5BC7751A6}">
      <dsp:nvSpPr>
        <dsp:cNvPr id="0" name=""/>
        <dsp:cNvSpPr/>
      </dsp:nvSpPr>
      <dsp:spPr>
        <a:xfrm>
          <a:off x="6372974" y="2011320"/>
          <a:ext cx="1644208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WP2.3 – Validate cleaned data with Energy Team</a:t>
          </a:r>
        </a:p>
      </dsp:txBody>
      <dsp:txXfrm>
        <a:off x="6382980" y="2021326"/>
        <a:ext cx="1624196" cy="321617"/>
      </dsp:txXfrm>
    </dsp:sp>
    <dsp:sp modelId="{3C10C47F-917B-44A8-8BD6-1F37150376DD}">
      <dsp:nvSpPr>
        <dsp:cNvPr id="0" name=""/>
        <dsp:cNvSpPr/>
      </dsp:nvSpPr>
      <dsp:spPr>
        <a:xfrm rot="18016353">
          <a:off x="7913163" y="1993995"/>
          <a:ext cx="419526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419526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12438" y="1990487"/>
        <a:ext cx="20976" cy="20976"/>
      </dsp:txXfrm>
    </dsp:sp>
    <dsp:sp modelId="{A9A06581-0830-4ABE-81D6-9E631F455EDF}">
      <dsp:nvSpPr>
        <dsp:cNvPr id="0" name=""/>
        <dsp:cNvSpPr/>
      </dsp:nvSpPr>
      <dsp:spPr>
        <a:xfrm>
          <a:off x="8228671" y="1649001"/>
          <a:ext cx="1380299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WP3.1 - Create monthly energy summary report</a:t>
          </a:r>
        </a:p>
      </dsp:txBody>
      <dsp:txXfrm>
        <a:off x="8238677" y="1659007"/>
        <a:ext cx="1360287" cy="321617"/>
      </dsp:txXfrm>
    </dsp:sp>
    <dsp:sp modelId="{B4B561A3-17C9-44CB-BC99-E3B50FE07919}">
      <dsp:nvSpPr>
        <dsp:cNvPr id="0" name=""/>
        <dsp:cNvSpPr/>
      </dsp:nvSpPr>
      <dsp:spPr>
        <a:xfrm rot="3549743">
          <a:off x="9503317" y="1998960"/>
          <a:ext cx="433542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433542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709250" y="1995102"/>
        <a:ext cx="21677" cy="21677"/>
      </dsp:txXfrm>
    </dsp:sp>
    <dsp:sp modelId="{3B5A47BC-F64E-4800-A8B5-4FF1EFA5F93F}">
      <dsp:nvSpPr>
        <dsp:cNvPr id="0" name=""/>
        <dsp:cNvSpPr/>
      </dsp:nvSpPr>
      <dsp:spPr>
        <a:xfrm>
          <a:off x="9831207" y="2021251"/>
          <a:ext cx="1174194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WP3.3 – Handover to Energy Operations</a:t>
          </a:r>
        </a:p>
      </dsp:txBody>
      <dsp:txXfrm>
        <a:off x="9841213" y="2031257"/>
        <a:ext cx="1154182" cy="321617"/>
      </dsp:txXfrm>
    </dsp:sp>
    <dsp:sp modelId="{FBC464E4-A898-4585-9EDC-58312B7C1513}">
      <dsp:nvSpPr>
        <dsp:cNvPr id="0" name=""/>
        <dsp:cNvSpPr/>
      </dsp:nvSpPr>
      <dsp:spPr>
        <a:xfrm rot="21361444">
          <a:off x="11005232" y="2180210"/>
          <a:ext cx="140618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140618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072026" y="2183675"/>
        <a:ext cx="7030" cy="7030"/>
      </dsp:txXfrm>
    </dsp:sp>
    <dsp:sp modelId="{9F789EDD-C5C9-4F73-9F21-C2F0C5E79AE4}">
      <dsp:nvSpPr>
        <dsp:cNvPr id="0" name=""/>
        <dsp:cNvSpPr/>
      </dsp:nvSpPr>
      <dsp:spPr>
        <a:xfrm>
          <a:off x="11145681" y="2011501"/>
          <a:ext cx="449550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Stop</a:t>
          </a:r>
        </a:p>
      </dsp:txBody>
      <dsp:txXfrm>
        <a:off x="11155687" y="2021507"/>
        <a:ext cx="429538" cy="321617"/>
      </dsp:txXfrm>
    </dsp:sp>
    <dsp:sp modelId="{762032C3-4EAF-43A5-82F2-470E180A3B4D}">
      <dsp:nvSpPr>
        <dsp:cNvPr id="0" name=""/>
        <dsp:cNvSpPr/>
      </dsp:nvSpPr>
      <dsp:spPr>
        <a:xfrm rot="3177106">
          <a:off x="7929137" y="2351930"/>
          <a:ext cx="442976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442976" y="69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39551" y="2347836"/>
        <a:ext cx="22148" cy="22148"/>
      </dsp:txXfrm>
    </dsp:sp>
    <dsp:sp modelId="{C38CA43D-6675-4D28-AD2A-197FC1AA1F30}">
      <dsp:nvSpPr>
        <dsp:cNvPr id="0" name=""/>
        <dsp:cNvSpPr/>
      </dsp:nvSpPr>
      <dsp:spPr>
        <a:xfrm>
          <a:off x="8284069" y="2364872"/>
          <a:ext cx="1343984" cy="3416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WP3.2 - Prepare clean dataset package</a:t>
          </a:r>
        </a:p>
      </dsp:txBody>
      <dsp:txXfrm>
        <a:off x="8294075" y="2374878"/>
        <a:ext cx="1323972" cy="321617"/>
      </dsp:txXfrm>
    </dsp:sp>
    <dsp:sp modelId="{9285A836-B826-488B-B5E1-80B4AF879C89}">
      <dsp:nvSpPr>
        <dsp:cNvPr id="0" name=""/>
        <dsp:cNvSpPr/>
      </dsp:nvSpPr>
      <dsp:spPr>
        <a:xfrm rot="3925525">
          <a:off x="319441" y="2575824"/>
          <a:ext cx="803953" cy="13960"/>
        </a:xfrm>
        <a:custGeom>
          <a:avLst/>
          <a:gdLst/>
          <a:ahLst/>
          <a:cxnLst/>
          <a:rect l="0" t="0" r="0" b="0"/>
          <a:pathLst>
            <a:path>
              <a:moveTo>
                <a:pt x="0" y="6980"/>
              </a:moveTo>
              <a:lnTo>
                <a:pt x="803953" y="698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500" kern="1200"/>
        </a:p>
      </dsp:txBody>
      <dsp:txXfrm>
        <a:off x="701319" y="2562706"/>
        <a:ext cx="40197" cy="40197"/>
      </dsp:txXfrm>
    </dsp:sp>
    <dsp:sp modelId="{AB5E9A6D-A64E-4049-8BB5-D7AAF6271910}">
      <dsp:nvSpPr>
        <dsp:cNvPr id="0" name=""/>
        <dsp:cNvSpPr/>
      </dsp:nvSpPr>
      <dsp:spPr>
        <a:xfrm>
          <a:off x="888591" y="2751409"/>
          <a:ext cx="1454173" cy="3939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000" kern="1200" dirty="0"/>
            <a:t>WP1.3 – Retrieve meter data from C</a:t>
          </a:r>
        </a:p>
      </dsp:txBody>
      <dsp:txXfrm>
        <a:off x="900129" y="2762947"/>
        <a:ext cx="1431097" cy="3708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E41C6-1FEA-496C-8ACB-8A215FD3F1ED}">
      <dsp:nvSpPr>
        <dsp:cNvPr id="0" name=""/>
        <dsp:cNvSpPr/>
      </dsp:nvSpPr>
      <dsp:spPr>
        <a:xfrm>
          <a:off x="2327320" y="1556744"/>
          <a:ext cx="1220016" cy="18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696"/>
              </a:lnTo>
              <a:lnTo>
                <a:pt x="1220016" y="113696"/>
              </a:lnTo>
              <a:lnTo>
                <a:pt x="1220016" y="18654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2BFA1F-D8BF-4610-A0B5-5FE91AE3DE63}">
      <dsp:nvSpPr>
        <dsp:cNvPr id="0" name=""/>
        <dsp:cNvSpPr/>
      </dsp:nvSpPr>
      <dsp:spPr>
        <a:xfrm>
          <a:off x="2327320" y="1556744"/>
          <a:ext cx="450508" cy="145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843"/>
              </a:lnTo>
              <a:lnTo>
                <a:pt x="450508" y="72843"/>
              </a:lnTo>
              <a:lnTo>
                <a:pt x="450508" y="14568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8FF12-F195-4481-8832-64795D88E77E}">
      <dsp:nvSpPr>
        <dsp:cNvPr id="0" name=""/>
        <dsp:cNvSpPr/>
      </dsp:nvSpPr>
      <dsp:spPr>
        <a:xfrm>
          <a:off x="1839165" y="1556744"/>
          <a:ext cx="488155" cy="145687"/>
        </a:xfrm>
        <a:custGeom>
          <a:avLst/>
          <a:gdLst/>
          <a:ahLst/>
          <a:cxnLst/>
          <a:rect l="0" t="0" r="0" b="0"/>
          <a:pathLst>
            <a:path>
              <a:moveTo>
                <a:pt x="488155" y="0"/>
              </a:moveTo>
              <a:lnTo>
                <a:pt x="488155" y="72843"/>
              </a:lnTo>
              <a:lnTo>
                <a:pt x="0" y="72843"/>
              </a:lnTo>
              <a:lnTo>
                <a:pt x="0" y="14568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30CF2-5C6B-4B1C-8BEC-D26225FFF5CA}">
      <dsp:nvSpPr>
        <dsp:cNvPr id="0" name=""/>
        <dsp:cNvSpPr/>
      </dsp:nvSpPr>
      <dsp:spPr>
        <a:xfrm>
          <a:off x="1160933" y="1556744"/>
          <a:ext cx="1166386" cy="116638"/>
        </a:xfrm>
        <a:custGeom>
          <a:avLst/>
          <a:gdLst/>
          <a:ahLst/>
          <a:cxnLst/>
          <a:rect l="0" t="0" r="0" b="0"/>
          <a:pathLst>
            <a:path>
              <a:moveTo>
                <a:pt x="1166386" y="0"/>
              </a:moveTo>
              <a:lnTo>
                <a:pt x="1166386" y="43794"/>
              </a:lnTo>
              <a:lnTo>
                <a:pt x="0" y="43794"/>
              </a:lnTo>
              <a:lnTo>
                <a:pt x="0" y="1166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63F73B-9797-4C72-8F1D-70F1FED5ACE3}">
      <dsp:nvSpPr>
        <dsp:cNvPr id="0" name=""/>
        <dsp:cNvSpPr/>
      </dsp:nvSpPr>
      <dsp:spPr>
        <a:xfrm>
          <a:off x="2266938" y="849693"/>
          <a:ext cx="91440" cy="2058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3035"/>
              </a:lnTo>
              <a:lnTo>
                <a:pt x="60382" y="133035"/>
              </a:lnTo>
              <a:lnTo>
                <a:pt x="60382" y="20587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CD7E16-9DD3-489D-956D-8382E4E30FC4}">
      <dsp:nvSpPr>
        <dsp:cNvPr id="0" name=""/>
        <dsp:cNvSpPr/>
      </dsp:nvSpPr>
      <dsp:spPr>
        <a:xfrm>
          <a:off x="2220923" y="313046"/>
          <a:ext cx="91440" cy="2244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1615"/>
              </a:lnTo>
              <a:lnTo>
                <a:pt x="91734" y="151615"/>
              </a:lnTo>
              <a:lnTo>
                <a:pt x="91734" y="22445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83B66C-6CBA-4304-A98B-6AC604D12708}">
      <dsp:nvSpPr>
        <dsp:cNvPr id="0" name=""/>
        <dsp:cNvSpPr/>
      </dsp:nvSpPr>
      <dsp:spPr>
        <a:xfrm>
          <a:off x="1717129" y="858"/>
          <a:ext cx="1099028" cy="312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4405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Sponsor</a:t>
          </a:r>
        </a:p>
      </dsp:txBody>
      <dsp:txXfrm>
        <a:off x="1717129" y="858"/>
        <a:ext cx="1099028" cy="312188"/>
      </dsp:txXfrm>
    </dsp:sp>
    <dsp:sp modelId="{9A6803EB-5197-424F-99ED-F09DE8E95C86}">
      <dsp:nvSpPr>
        <dsp:cNvPr id="0" name=""/>
        <dsp:cNvSpPr/>
      </dsp:nvSpPr>
      <dsp:spPr>
        <a:xfrm>
          <a:off x="1768158" y="199587"/>
          <a:ext cx="1177860" cy="1922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[Jonas Hallberg]</a:t>
          </a:r>
        </a:p>
      </dsp:txBody>
      <dsp:txXfrm>
        <a:off x="1768158" y="199587"/>
        <a:ext cx="1177860" cy="192229"/>
      </dsp:txXfrm>
    </dsp:sp>
    <dsp:sp modelId="{D7A5F2C6-524F-4514-ACB3-30F9C79BC7EF}">
      <dsp:nvSpPr>
        <dsp:cNvPr id="0" name=""/>
        <dsp:cNvSpPr/>
      </dsp:nvSpPr>
      <dsp:spPr>
        <a:xfrm>
          <a:off x="1773722" y="537505"/>
          <a:ext cx="1077870" cy="3121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4405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Steering Group</a:t>
          </a:r>
        </a:p>
      </dsp:txBody>
      <dsp:txXfrm>
        <a:off x="1773722" y="537505"/>
        <a:ext cx="1077870" cy="312188"/>
      </dsp:txXfrm>
    </dsp:sp>
    <dsp:sp modelId="{6BBD877C-4005-4286-966C-9834C23C7E08}">
      <dsp:nvSpPr>
        <dsp:cNvPr id="0" name=""/>
        <dsp:cNvSpPr/>
      </dsp:nvSpPr>
      <dsp:spPr>
        <a:xfrm>
          <a:off x="1916780" y="754814"/>
          <a:ext cx="972645" cy="1550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Eva Lundström</a:t>
          </a:r>
        </a:p>
      </dsp:txBody>
      <dsp:txXfrm>
        <a:off x="1916780" y="754814"/>
        <a:ext cx="972645" cy="155071"/>
      </dsp:txXfrm>
    </dsp:sp>
    <dsp:sp modelId="{25C66599-74CA-4720-A1CC-B69D9A7BE7C3}">
      <dsp:nvSpPr>
        <dsp:cNvPr id="0" name=""/>
        <dsp:cNvSpPr/>
      </dsp:nvSpPr>
      <dsp:spPr>
        <a:xfrm>
          <a:off x="1677440" y="1055573"/>
          <a:ext cx="1299761" cy="501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4405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Project Manager</a:t>
          </a:r>
        </a:p>
      </dsp:txBody>
      <dsp:txXfrm>
        <a:off x="1677440" y="1055573"/>
        <a:ext cx="1299761" cy="501171"/>
      </dsp:txXfrm>
    </dsp:sp>
    <dsp:sp modelId="{5FA88B80-8481-40BE-9C4D-C4A1DFD59B88}">
      <dsp:nvSpPr>
        <dsp:cNvPr id="0" name=""/>
        <dsp:cNvSpPr/>
      </dsp:nvSpPr>
      <dsp:spPr>
        <a:xfrm>
          <a:off x="1849822" y="1342474"/>
          <a:ext cx="1135885" cy="2048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Maria Svensson</a:t>
          </a:r>
        </a:p>
      </dsp:txBody>
      <dsp:txXfrm>
        <a:off x="1849822" y="1342474"/>
        <a:ext cx="1135885" cy="204869"/>
      </dsp:txXfrm>
    </dsp:sp>
    <dsp:sp modelId="{ACD6892A-ED47-45F4-996A-F5D7D7B496BA}">
      <dsp:nvSpPr>
        <dsp:cNvPr id="0" name=""/>
        <dsp:cNvSpPr/>
      </dsp:nvSpPr>
      <dsp:spPr>
        <a:xfrm>
          <a:off x="771464" y="1673383"/>
          <a:ext cx="778939" cy="4549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4405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IT Project Manager</a:t>
          </a:r>
        </a:p>
      </dsp:txBody>
      <dsp:txXfrm>
        <a:off x="771464" y="1673383"/>
        <a:ext cx="778939" cy="454976"/>
      </dsp:txXfrm>
    </dsp:sp>
    <dsp:sp modelId="{578A5F13-5BB3-457D-A91A-14C1D62107A7}">
      <dsp:nvSpPr>
        <dsp:cNvPr id="0" name=""/>
        <dsp:cNvSpPr/>
      </dsp:nvSpPr>
      <dsp:spPr>
        <a:xfrm>
          <a:off x="771466" y="1993047"/>
          <a:ext cx="509331" cy="2226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Daniel Larsson]</a:t>
          </a:r>
        </a:p>
      </dsp:txBody>
      <dsp:txXfrm>
        <a:off x="771466" y="1993047"/>
        <a:ext cx="509331" cy="222609"/>
      </dsp:txXfrm>
    </dsp:sp>
    <dsp:sp modelId="{A9D29558-C1B7-44B5-A82A-39DB33EF8CA5}">
      <dsp:nvSpPr>
        <dsp:cNvPr id="0" name=""/>
        <dsp:cNvSpPr/>
      </dsp:nvSpPr>
      <dsp:spPr>
        <a:xfrm>
          <a:off x="1469786" y="1702432"/>
          <a:ext cx="738757" cy="48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4405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Project Member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(Data Analyst)</a:t>
          </a:r>
        </a:p>
      </dsp:txBody>
      <dsp:txXfrm>
        <a:off x="1469786" y="1702432"/>
        <a:ext cx="738757" cy="484000"/>
      </dsp:txXfrm>
    </dsp:sp>
    <dsp:sp modelId="{FEAD1A29-AE3C-4843-B74B-926BCFD949F2}">
      <dsp:nvSpPr>
        <dsp:cNvPr id="0" name=""/>
        <dsp:cNvSpPr/>
      </dsp:nvSpPr>
      <dsp:spPr>
        <a:xfrm>
          <a:off x="1536841" y="2075017"/>
          <a:ext cx="722730" cy="14063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Anna Karlsson</a:t>
          </a:r>
        </a:p>
      </dsp:txBody>
      <dsp:txXfrm>
        <a:off x="1536841" y="2075017"/>
        <a:ext cx="722730" cy="140639"/>
      </dsp:txXfrm>
    </dsp:sp>
    <dsp:sp modelId="{88917CEA-5323-4064-8B18-116B832E92DA}">
      <dsp:nvSpPr>
        <dsp:cNvPr id="0" name=""/>
        <dsp:cNvSpPr/>
      </dsp:nvSpPr>
      <dsp:spPr>
        <a:xfrm>
          <a:off x="2436663" y="1702432"/>
          <a:ext cx="682332" cy="5123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44053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Project Member (Energy Ops)</a:t>
          </a:r>
        </a:p>
      </dsp:txBody>
      <dsp:txXfrm>
        <a:off x="2436663" y="1702432"/>
        <a:ext cx="682332" cy="512366"/>
      </dsp:txXfrm>
    </dsp:sp>
    <dsp:sp modelId="{122C1A47-DFB4-4818-BF68-FA6C92F1DE42}">
      <dsp:nvSpPr>
        <dsp:cNvPr id="0" name=""/>
        <dsp:cNvSpPr/>
      </dsp:nvSpPr>
      <dsp:spPr>
        <a:xfrm>
          <a:off x="2430276" y="2096101"/>
          <a:ext cx="693116" cy="119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kern="1200" dirty="0"/>
            <a:t>Lars Nyberg</a:t>
          </a:r>
        </a:p>
      </dsp:txBody>
      <dsp:txXfrm>
        <a:off x="2430276" y="2096101"/>
        <a:ext cx="693116" cy="119555"/>
      </dsp:txXfrm>
    </dsp:sp>
    <dsp:sp modelId="{164326E0-E762-43D7-9D38-DBC45368AB4D}">
      <dsp:nvSpPr>
        <dsp:cNvPr id="0" name=""/>
        <dsp:cNvSpPr/>
      </dsp:nvSpPr>
      <dsp:spPr>
        <a:xfrm>
          <a:off x="3168603" y="1743285"/>
          <a:ext cx="757467" cy="455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053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700" kern="1200" dirty="0"/>
            <a:t>Project Member (IT Technician)</a:t>
          </a:r>
        </a:p>
      </dsp:txBody>
      <dsp:txXfrm>
        <a:off x="3168603" y="1743285"/>
        <a:ext cx="757467" cy="455463"/>
      </dsp:txXfrm>
    </dsp:sp>
    <dsp:sp modelId="{8FD8D503-7A52-43F4-8007-0F7083049E6F}">
      <dsp:nvSpPr>
        <dsp:cNvPr id="0" name=""/>
        <dsp:cNvSpPr/>
      </dsp:nvSpPr>
      <dsp:spPr>
        <a:xfrm>
          <a:off x="3240627" y="2111594"/>
          <a:ext cx="542667" cy="104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marL="0" lvl="0" indent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600" kern="1200" dirty="0"/>
            <a:t>Erik Johansson</a:t>
          </a:r>
          <a:endParaRPr lang="en-US" sz="600" kern="1200" dirty="0"/>
        </a:p>
      </dsp:txBody>
      <dsp:txXfrm>
        <a:off x="3240627" y="2111594"/>
        <a:ext cx="542667" cy="104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B1CA-D808-F092-2D6D-DD6744F60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1A518-3F5D-309B-8E4B-4789492B6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CEC-905D-A1D6-4D71-54DB74A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4687-F0EE-20FB-6331-1C0CCB3D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0590A-B03F-AE01-33D5-675CCA15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2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7D8F-941E-8C12-5E27-60868649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AD2A1-92D2-5AFB-185E-93DE32975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1F1C-0870-86F6-3DE0-DCDFAEA4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2445A-3722-DC3D-B185-4DC94356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02BF2-48B0-2956-111D-A1DD6208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56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1290-676E-9F31-2AED-749B5489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90AB4-B729-6E15-8E46-A81CAD96B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FD4E1-F64B-AC22-F5AC-9AC45B59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68CD-444A-AF54-7BD3-7AECDADF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6BD3B-BE15-0F90-3DEF-8092B6AF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6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967E-E2C2-701F-D008-C9FDCE5C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B3B0-314D-6873-0D0F-B294321E8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8EC47-737E-FB82-308F-CDE23B6B8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9617A-43EC-90A6-2F8C-B0F627BA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48CDC-9FD0-CEEB-2C5E-67CC1510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1FE7-F834-EAC5-41CE-2F91FD35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3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0635-0BC9-064E-C960-2F7685A3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5DF93-AE4A-A2F3-9532-EBB8A0346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949E3-81F1-B3B2-3A00-F2970C332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49C3CD-0A45-F0EA-E9D3-2F5A0C823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0EDAE-6901-4CD6-B9E3-6CF01ECCD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29AC6-5FBF-9603-BA01-B867BAEE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DAC6F-EC61-5415-7418-6B992503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1ACF4-A2BA-4702-6CD9-BEB82F50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27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9D2A-BBF7-5288-C3B1-FC76A836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D3798-9D05-0B51-F779-8C28B38C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052F4-57DA-49A4-CF01-08496110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221C6-C6B3-660A-5107-C6B362EE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4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94AEE-BFB6-58A0-3C37-F6FA98F3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FBF4D3-7FB6-36B9-1ACD-79EE51FA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4DF93-4E96-64E4-4C20-49040DAC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8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2F1D-F58C-D77E-90E4-8FA5334D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26E0-6F13-BE67-58A4-3E4E5AB35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56B16-1680-F8C3-BBED-6AD23615D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65F0F-2B70-12B5-5D83-84C2DA7E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45700-1FEC-2779-A769-591401AD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0CF23-CBD6-47F1-0B20-57733D36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1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FB8E-DFCB-1A43-F3CD-6A92407A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F3113-AB85-16A4-6D0B-404B56A24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E6243-DDC2-A7C8-49FF-193068316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92FE8-D436-1E76-8C8E-66347E5E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358AA-163E-0C70-712C-4306D2C09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54DB9-0BB2-F876-89F2-19F20F19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1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2255-1D77-9233-8849-DC22D19B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4446-DDA6-AD85-2162-FE5D4B537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2B074-58F4-A37B-2A62-DD03F7B5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92F5C-B390-FFDF-D8AA-B3D19F32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B9AE2-67BB-BAA4-27ED-E1F5A8A6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9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379E6-778A-F427-977C-F903ADF8A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DCCB2-3EBF-3D27-E68C-20140564C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A1E8-2856-F497-3CBF-F207D624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26717-E842-76FA-BF2D-3E35C733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ACAD0-CFE9-06D0-25DD-16841D9F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2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C11F9-A365-88E1-8863-ABCBEE09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DCBD4-1192-3BC5-513D-187008446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AB4EA-361D-FC6F-1DA2-8E931D64D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C80DA-3335-4FAC-AA1D-D653F488280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D0613-6705-5B6C-6778-1A2D1506E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D3FD-D5E3-360A-CCC3-D78971DFB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80E63-20D6-48B0-A813-699856DD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4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mailto:maria.svensson@nordictechsolutions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1.svg"/><Relationship Id="rId7" Type="http://schemas.openxmlformats.org/officeDocument/2006/relationships/image" Target="../media/image37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7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Excel_Worksheet3.xlsx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3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Excel_Worksheet4.xls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4" descr="A woman in a coat looking confident at the camera in front of Stockholm skyline with a blue sky ">
            <a:extLst>
              <a:ext uri="{FF2B5EF4-FFF2-40B4-BE49-F238E27FC236}">
                <a16:creationId xmlns:a16="http://schemas.microsoft.com/office/drawing/2014/main" id="{C534E0FB-3793-665C-78ED-5F2C4EE426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9184" y="211667"/>
            <a:ext cx="11713763" cy="6242051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E6C17795-A26A-D6DD-78E7-7B5AE32D86D8}"/>
              </a:ext>
            </a:extLst>
          </p:cNvPr>
          <p:cNvSpPr txBox="1">
            <a:spLocks/>
          </p:cNvSpPr>
          <p:nvPr/>
        </p:nvSpPr>
        <p:spPr>
          <a:xfrm>
            <a:off x="431800" y="2293103"/>
            <a:ext cx="11328400" cy="208129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09585"/>
            <a:r>
              <a:rPr lang="en-US" sz="5400" b="1" dirty="0">
                <a:solidFill>
                  <a:prstClr val="white"/>
                </a:solidFill>
                <a:latin typeface="Arial" charset="0"/>
                <a:ea typeface="MS PGothic" pitchFamily="34" charset="-128"/>
              </a:rPr>
              <a:t>TG3</a:t>
            </a:r>
            <a:br>
              <a:rPr lang="en-US" sz="5400" b="1" dirty="0">
                <a:solidFill>
                  <a:prstClr val="white"/>
                </a:solidFill>
                <a:latin typeface="Arial" charset="0"/>
                <a:ea typeface="MS PGothic" pitchFamily="34" charset="-128"/>
              </a:rPr>
            </a:br>
            <a:r>
              <a:rPr lang="en-US" sz="5400" b="1" dirty="0">
                <a:solidFill>
                  <a:prstClr val="white"/>
                </a:solidFill>
                <a:latin typeface="Arial" charset="0"/>
                <a:ea typeface="MS PGothic" pitchFamily="34" charset="-128"/>
              </a:rPr>
              <a:t>Project Plan + Establishment</a:t>
            </a:r>
            <a:br>
              <a:rPr lang="en-US" sz="5400" b="1" dirty="0">
                <a:solidFill>
                  <a:prstClr val="white"/>
                </a:solidFill>
                <a:latin typeface="Arial" charset="0"/>
                <a:ea typeface="MS PGothic" pitchFamily="34" charset="-128"/>
              </a:rPr>
            </a:br>
            <a:br>
              <a:rPr lang="en-US" sz="5400" b="1" dirty="0">
                <a:solidFill>
                  <a:prstClr val="white"/>
                </a:solidFill>
                <a:latin typeface="Arial" charset="0"/>
                <a:ea typeface="MS PGothic" pitchFamily="34" charset="-128"/>
              </a:rPr>
            </a:br>
            <a:r>
              <a:rPr lang="en-US" sz="5400" b="1" dirty="0">
                <a:solidFill>
                  <a:prstClr val="white"/>
                </a:solidFill>
                <a:latin typeface="Arial" charset="0"/>
                <a:ea typeface="MS PGothic" pitchFamily="34" charset="-128"/>
              </a:rPr>
              <a:t>Nordic Energy Data Quality Improvement – Phase 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3CCD6A2-5914-4734-379D-6CA2ABA424E6}"/>
              </a:ext>
            </a:extLst>
          </p:cNvPr>
          <p:cNvSpPr txBox="1">
            <a:spLocks/>
          </p:cNvSpPr>
          <p:nvPr/>
        </p:nvSpPr>
        <p:spPr>
          <a:xfrm>
            <a:off x="7148328" y="5729759"/>
            <a:ext cx="5043672" cy="723959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Author: </a:t>
            </a:r>
            <a:r>
              <a:rPr lang="en-US" dirty="0" err="1">
                <a:solidFill>
                  <a:schemeClr val="tx1"/>
                </a:solidFill>
              </a:rPr>
              <a:t>NordicTech</a:t>
            </a:r>
            <a:r>
              <a:rPr lang="en-US" dirty="0">
                <a:solidFill>
                  <a:schemeClr val="tx1"/>
                </a:solidFill>
              </a:rPr>
              <a:t> Solutions AB – S&amp;BS Team</a:t>
            </a:r>
          </a:p>
          <a:p>
            <a:r>
              <a:rPr lang="en-US" sz="14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361257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5105-02E0-6592-3F0A-0DB2267A7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7ADA823A-06A8-4A26-B464-92A5E61A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/>
          <a:lstStyle/>
          <a:p>
            <a:r>
              <a:rPr lang="en-GB" dirty="0"/>
              <a:t>TG3 Project Plan + Establishment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12ABC-A8FC-4768-5D1B-CECDF8BAAC55}"/>
              </a:ext>
            </a:extLst>
          </p:cNvPr>
          <p:cNvSpPr txBox="1"/>
          <p:nvPr/>
        </p:nvSpPr>
        <p:spPr>
          <a:xfrm>
            <a:off x="935800" y="1451065"/>
            <a:ext cx="4793137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 Information: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Revision History: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Appendices: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Appendix 1: Meter Data Overview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Appendix 2: Data Cleaning Rules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EA7A3D5D-42E2-5E06-A4D4-55EC2256B561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75719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49D990-D42C-F273-50BB-A66F14C98580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A9B5F3-C420-B58F-9A18-2436365DC86A}"/>
              </a:ext>
            </a:extLst>
          </p:cNvPr>
          <p:cNvSpPr txBox="1"/>
          <p:nvPr/>
        </p:nvSpPr>
        <p:spPr>
          <a:xfrm>
            <a:off x="6402499" y="1451065"/>
            <a:ext cx="546756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Novision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Criteria: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&lt;Mark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Novision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Criteria by changing to Checkmark Bullets&gt;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0BAD7E-2981-A441-164E-3A18CA6AD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18537"/>
              </p:ext>
            </p:extLst>
          </p:nvPr>
        </p:nvGraphicFramePr>
        <p:xfrm>
          <a:off x="987474" y="1716800"/>
          <a:ext cx="4445490" cy="1370262"/>
        </p:xfrm>
        <a:graphic>
          <a:graphicData uri="http://schemas.openxmlformats.org/drawingml/2006/table">
            <a:tbl>
              <a:tblPr/>
              <a:tblGrid>
                <a:gridCol w="1538288">
                  <a:extLst>
                    <a:ext uri="{9D8B030D-6E8A-4147-A177-3AD203B41FA5}">
                      <a16:colId xmlns:a16="http://schemas.microsoft.com/office/drawing/2014/main" val="2589019158"/>
                    </a:ext>
                  </a:extLst>
                </a:gridCol>
                <a:gridCol w="2907202">
                  <a:extLst>
                    <a:ext uri="{9D8B030D-6E8A-4147-A177-3AD203B41FA5}">
                      <a16:colId xmlns:a16="http://schemas.microsoft.com/office/drawing/2014/main" val="3610850629"/>
                    </a:ext>
                  </a:extLst>
                </a:gridCol>
              </a:tblGrid>
              <a:tr h="11831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ID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PRJ-NE-DQP-001</a:t>
                      </a:r>
                      <a:r>
                        <a:rPr lang="en-GB" sz="1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000" dirty="0"/>
                        <a:t>CAT4-E-0785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33926"/>
                  </a:ext>
                </a:extLst>
              </a:tr>
              <a:tr h="16554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Portfolio Owner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Emma Lindström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032417"/>
                  </a:ext>
                </a:extLst>
              </a:tr>
              <a:tr h="11831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Sponsor</a:t>
                      </a: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Jonas Hallberg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728498"/>
                  </a:ext>
                </a:extLst>
              </a:tr>
              <a:tr h="366198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</a:t>
                      </a:r>
                      <a:r>
                        <a:rPr lang="en-GB" sz="1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Manager</a:t>
                      </a:r>
                      <a:endParaRPr lang="sv-SE" sz="1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Maria Svensson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+46 70 123 45 67</a:t>
                      </a:r>
                    </a:p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hlinkClick r:id="rId2"/>
                        </a:rPr>
                        <a:t>maria.svensson@nordictechsolutions.com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9956"/>
                  </a:ext>
                </a:extLst>
              </a:tr>
              <a:tr h="196813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SAP </a:t>
                      </a:r>
                      <a:r>
                        <a:rPr lang="en-GB" sz="1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sv-SE" sz="1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Not applicable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333841"/>
                  </a:ext>
                </a:extLst>
              </a:tr>
              <a:tr h="204888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Period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Nov 2025 – 28 Nov 2025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7944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2368773-CBDA-3CEF-C319-1AB10DCE9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243428"/>
              </p:ext>
            </p:extLst>
          </p:nvPr>
        </p:nvGraphicFramePr>
        <p:xfrm>
          <a:off x="1008141" y="3513678"/>
          <a:ext cx="4590366" cy="1759079"/>
        </p:xfrm>
        <a:graphic>
          <a:graphicData uri="http://schemas.openxmlformats.org/drawingml/2006/table">
            <a:tbl>
              <a:tblPr/>
              <a:tblGrid>
                <a:gridCol w="629975">
                  <a:extLst>
                    <a:ext uri="{9D8B030D-6E8A-4147-A177-3AD203B41FA5}">
                      <a16:colId xmlns:a16="http://schemas.microsoft.com/office/drawing/2014/main" val="2589019158"/>
                    </a:ext>
                  </a:extLst>
                </a:gridCol>
                <a:gridCol w="2076727">
                  <a:extLst>
                    <a:ext uri="{9D8B030D-6E8A-4147-A177-3AD203B41FA5}">
                      <a16:colId xmlns:a16="http://schemas.microsoft.com/office/drawing/2014/main" val="361085062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3705344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447153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Revision</a:t>
                      </a: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GB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Change</a:t>
                      </a:r>
                      <a:endParaRPr lang="sv-SE" sz="10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Resp.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b="1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</a:t>
                      </a:r>
                      <a:r>
                        <a:rPr lang="sv-SE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Date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33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First version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T. Carbin 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2025-11-01 (project start / first approved plan)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032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sv-SE" sz="1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Dummy data added to project plan sections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M. Svensson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000" dirty="0"/>
                        <a:t>2025-11-08 (one week later, still early in the period)</a:t>
                      </a: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728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600"/>
                        </a:spcAft>
                        <a:buNone/>
                      </a:pPr>
                      <a:endParaRPr lang="sv-SE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333841"/>
                  </a:ext>
                </a:extLst>
              </a:tr>
            </a:tbl>
          </a:graphicData>
        </a:graphic>
      </p:graphicFrame>
      <p:pic>
        <p:nvPicPr>
          <p:cNvPr id="11" name="Graphic 10" descr="Folder Search with solid fill">
            <a:extLst>
              <a:ext uri="{FF2B5EF4-FFF2-40B4-BE49-F238E27FC236}">
                <a16:creationId xmlns:a16="http://schemas.microsoft.com/office/drawing/2014/main" id="{3383E9A3-2B0B-E600-9E57-901959AA3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608" y="5477284"/>
            <a:ext cx="504001" cy="504001"/>
          </a:xfrm>
          <a:prstGeom prst="rect">
            <a:avLst/>
          </a:prstGeom>
        </p:spPr>
      </p:pic>
      <p:pic>
        <p:nvPicPr>
          <p:cNvPr id="12" name="Graphic 11" descr="Information with solid fill">
            <a:extLst>
              <a:ext uri="{FF2B5EF4-FFF2-40B4-BE49-F238E27FC236}">
                <a16:creationId xmlns:a16="http://schemas.microsoft.com/office/drawing/2014/main" id="{E8D692B4-E8CC-FAB8-CA0E-2B13574520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949" y="1464799"/>
            <a:ext cx="448994" cy="448994"/>
          </a:xfrm>
          <a:prstGeom prst="rect">
            <a:avLst/>
          </a:prstGeom>
        </p:spPr>
      </p:pic>
      <p:pic>
        <p:nvPicPr>
          <p:cNvPr id="13" name="Graphic 12" descr="Shredder with solid fill">
            <a:extLst>
              <a:ext uri="{FF2B5EF4-FFF2-40B4-BE49-F238E27FC236}">
                <a16:creationId xmlns:a16="http://schemas.microsoft.com/office/drawing/2014/main" id="{20674D69-FC5C-024D-92FB-ED33D636A3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0671" y="3151987"/>
            <a:ext cx="474032" cy="474032"/>
          </a:xfrm>
          <a:prstGeom prst="rect">
            <a:avLst/>
          </a:prstGeom>
        </p:spPr>
      </p:pic>
      <p:pic>
        <p:nvPicPr>
          <p:cNvPr id="14" name="Graphic 13" descr="Clipboard Checked with solid fill">
            <a:extLst>
              <a:ext uri="{FF2B5EF4-FFF2-40B4-BE49-F238E27FC236}">
                <a16:creationId xmlns:a16="http://schemas.microsoft.com/office/drawing/2014/main" id="{455E4B53-01C2-061A-A939-F0ED65ED27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17660" y="1464799"/>
            <a:ext cx="504000" cy="50400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691F8D3-95D4-E4AB-690E-76DB90F727BF}"/>
              </a:ext>
            </a:extLst>
          </p:cNvPr>
          <p:cNvGraphicFramePr>
            <a:graphicFrameLocks noGrp="1"/>
          </p:cNvGraphicFramePr>
          <p:nvPr/>
        </p:nvGraphicFramePr>
        <p:xfrm>
          <a:off x="6421660" y="1982533"/>
          <a:ext cx="5712428" cy="419146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9117">
                  <a:extLst>
                    <a:ext uri="{9D8B030D-6E8A-4147-A177-3AD203B41FA5}">
                      <a16:colId xmlns:a16="http://schemas.microsoft.com/office/drawing/2014/main" val="661883844"/>
                    </a:ext>
                  </a:extLst>
                </a:gridCol>
                <a:gridCol w="3439647">
                  <a:extLst>
                    <a:ext uri="{9D8B030D-6E8A-4147-A177-3AD203B41FA5}">
                      <a16:colId xmlns:a16="http://schemas.microsoft.com/office/drawing/2014/main" val="4154750761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974210790"/>
                    </a:ext>
                  </a:extLst>
                </a:gridCol>
              </a:tblGrid>
              <a:tr h="202791">
                <a:tc>
                  <a:txBody>
                    <a:bodyPr/>
                    <a:lstStyle/>
                    <a:p>
                      <a:endParaRPr lang="sv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000" err="1"/>
                        <a:t>Criteria</a:t>
                      </a:r>
                      <a:endParaRPr lang="sv-SE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000" err="1"/>
                        <a:t>Comment</a:t>
                      </a:r>
                      <a:endParaRPr lang="sv-S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93504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Strategic focus area compliance 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Aligns with CO₂ reduction target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69458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KPIs &amp; Benefit realization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KPIs created in scope section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38981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Business Case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Simple internal-cost model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434056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Purpose, goals &amp; deliverables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Clear 3-task pilot scope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179171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Scope/WBS &amp; delimitations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WBS provided in section 3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425204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Requirements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Minimal; access to meter files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126249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Consequences, Dependencies, Risks &amp; Handover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Included in dedicated slide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969417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Budget detailed and secured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€10,000 internal budget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468185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Tender evaluation and final partner(s)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000" dirty="0"/>
                        <a:t>Not applicable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600135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Solution implementation plan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Timeline prepared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249119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Partner contract &amp; SLAs final commitment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 applicable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509794"/>
                  </a:ext>
                </a:extLst>
              </a:tr>
              <a:tr h="309105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Organization allocated and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Small project team assigned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80566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Communication Plan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Weekly email updates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976381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Support after Go-live 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Maintained by Energy Team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868029"/>
                  </a:ext>
                </a:extLst>
              </a:tr>
              <a:tr h="249406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sv-SE" sz="10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" indent="0" eaLnBrk="1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115299"/>
                        </a:buClr>
                        <a:buSzPct val="120000"/>
                        <a:buFont typeface="Arial" panose="020B0604020202020204" pitchFamily="34" charset="0"/>
                        <a:buNone/>
                      </a:pPr>
                      <a:r>
                        <a:rPr lang="en-GB" altLang="en-US" sz="1000" b="0" noProof="0">
                          <a:solidFill>
                            <a:schemeClr val="tx1"/>
                          </a:solidFill>
                          <a:ea typeface="MS PGothic" pitchFamily="34" charset="-128"/>
                        </a:rPr>
                        <a:t>Lessons Learned documented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Will be added at TG4</a:t>
                      </a:r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614647"/>
                  </a:ext>
                </a:extLst>
              </a:tr>
            </a:tbl>
          </a:graphicData>
        </a:graphic>
      </p:graphicFrame>
      <p:sp>
        <p:nvSpPr>
          <p:cNvPr id="16" name="Text">
            <a:extLst>
              <a:ext uri="{FF2B5EF4-FFF2-40B4-BE49-F238E27FC236}">
                <a16:creationId xmlns:a16="http://schemas.microsoft.com/office/drawing/2014/main" id="{0A7CA780-5392-477D-D11B-C93F23E39AB0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Current revision: 1.1</a:t>
            </a:r>
          </a:p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214894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C92809A0-F1A6-E6E7-E4EC-12E439F4C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64" y="771610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967B4-BCF6-107B-8996-57E092B5E6FD}"/>
              </a:ext>
            </a:extLst>
          </p:cNvPr>
          <p:cNvSpPr txBox="1"/>
          <p:nvPr/>
        </p:nvSpPr>
        <p:spPr>
          <a:xfrm>
            <a:off x="887797" y="1837823"/>
            <a:ext cx="4793137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 Description and Background: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The project aims to improve the quality of electricity meter data for three pilot buildings within the Nordic region.</a:t>
            </a:r>
            <a:br>
              <a:rPr lang="en-US" sz="1000" dirty="0"/>
            </a:br>
            <a:r>
              <a:rPr lang="en-US" sz="1000" dirty="0"/>
              <a:t>Currently, the data is stored in separate files with inconsistent formats, missing days, and manual corrections.</a:t>
            </a:r>
            <a:br>
              <a:rPr lang="en-US" sz="1000" dirty="0"/>
            </a:br>
            <a:r>
              <a:rPr lang="en-US" sz="1000" dirty="0"/>
              <a:t>This pilot project focuses on cleaning and standardizing the data to prepare for future reporting and analytics.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Purpose and Benefit Realization: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 </a:t>
            </a:r>
          </a:p>
          <a:p>
            <a:r>
              <a:rPr lang="en-US" sz="1000" dirty="0"/>
              <a:t>The purpose is to establish reliable and consistent energy consumption data.</a:t>
            </a:r>
            <a:br>
              <a:rPr lang="en-US" sz="1000" dirty="0"/>
            </a:br>
            <a:r>
              <a:rPr lang="en-US" sz="1000" dirty="0"/>
              <a:t>This improves reporting accuracy and supports the company’s CO₂ reduction and energy-efficiency goals.</a:t>
            </a:r>
          </a:p>
          <a:p>
            <a:r>
              <a:rPr lang="en-US" sz="1000" b="1" dirty="0"/>
              <a:t>Benefits:</a:t>
            </a:r>
            <a:endParaRPr lang="en-US" sz="1000" dirty="0"/>
          </a:p>
          <a:p>
            <a:r>
              <a:rPr lang="en-US" sz="1000" dirty="0"/>
              <a:t>Higher data accuracy</a:t>
            </a:r>
          </a:p>
          <a:p>
            <a:r>
              <a:rPr lang="en-US" sz="1000" dirty="0"/>
              <a:t>Faster monthly reporting</a:t>
            </a:r>
          </a:p>
          <a:p>
            <a:r>
              <a:rPr lang="en-US" sz="1000" dirty="0"/>
              <a:t>Foundation for future automation and dashboards</a:t>
            </a:r>
          </a:p>
          <a:p>
            <a:r>
              <a:rPr lang="en-US" sz="1000" b="1" dirty="0"/>
              <a:t>KPIs:</a:t>
            </a:r>
            <a:endParaRPr lang="en-US" sz="1000" dirty="0"/>
          </a:p>
          <a:p>
            <a:r>
              <a:rPr lang="en-US" sz="1000" dirty="0"/>
              <a:t>95% clean and validated data</a:t>
            </a:r>
          </a:p>
          <a:p>
            <a:r>
              <a:rPr lang="en-US" sz="1000" dirty="0"/>
              <a:t>One combined dataset for all 3 buildings</a:t>
            </a:r>
          </a:p>
          <a:p>
            <a:r>
              <a:rPr lang="en-US" sz="1000" dirty="0"/>
              <a:t>Monthly usage summary delivered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57DEE731-C251-D850-F690-643CA3FDD98F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38260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8504D5-ABEE-F3FF-5AA4-15967D74677F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301317-21EB-821A-CCE0-E84AEB0F40BC}"/>
              </a:ext>
            </a:extLst>
          </p:cNvPr>
          <p:cNvSpPr txBox="1"/>
          <p:nvPr/>
        </p:nvSpPr>
        <p:spPr>
          <a:xfrm>
            <a:off x="6402499" y="1568174"/>
            <a:ext cx="546756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Goals and Deliverables:</a:t>
            </a:r>
            <a:r>
              <a:rPr lang="en-US" sz="1000" dirty="0">
                <a:solidFill>
                  <a:srgbClr val="000000"/>
                </a:solidFill>
                <a:latin typeface="Arial" panose="020B0604020202020204"/>
              </a:rPr>
              <a:t> </a:t>
            </a:r>
          </a:p>
          <a:p>
            <a:endParaRPr lang="en-US" sz="1000" b="1" dirty="0"/>
          </a:p>
          <a:p>
            <a:r>
              <a:rPr lang="en-US" sz="1000" b="1" dirty="0"/>
              <a:t>Goals:</a:t>
            </a:r>
            <a:endParaRPr lang="en-US" sz="1000" dirty="0"/>
          </a:p>
          <a:p>
            <a:r>
              <a:rPr lang="en-US" sz="1000" dirty="0"/>
              <a:t>Create a clean, unified dataset for 3 buildings</a:t>
            </a:r>
          </a:p>
          <a:p>
            <a:r>
              <a:rPr lang="en-US" sz="1000" dirty="0"/>
              <a:t>Enable simple monthly reporting</a:t>
            </a:r>
          </a:p>
          <a:p>
            <a:r>
              <a:rPr lang="en-US" sz="1000" dirty="0"/>
              <a:t>Ensure data reliability</a:t>
            </a:r>
          </a:p>
          <a:p>
            <a:r>
              <a:rPr lang="en-US" sz="1000" b="1" dirty="0"/>
              <a:t>Deliverables:</a:t>
            </a:r>
            <a:endParaRPr lang="en-US" sz="1000" dirty="0"/>
          </a:p>
          <a:p>
            <a:r>
              <a:rPr lang="en-US" sz="1000" dirty="0"/>
              <a:t>Cleaned dataset</a:t>
            </a:r>
          </a:p>
          <a:p>
            <a:r>
              <a:rPr lang="en-US" sz="1000" dirty="0"/>
              <a:t>Data validation summary</a:t>
            </a:r>
          </a:p>
          <a:p>
            <a:r>
              <a:rPr lang="en-US" sz="1000" dirty="0"/>
              <a:t>One monthly energy usage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Resource or Expertise needs:</a:t>
            </a:r>
          </a:p>
          <a:p>
            <a:r>
              <a:rPr lang="en-US" sz="1000" b="1" dirty="0"/>
              <a:t>Project Manager</a:t>
            </a:r>
            <a:r>
              <a:rPr lang="en-US" sz="1000" dirty="0"/>
              <a:t> – coordination and communication</a:t>
            </a:r>
          </a:p>
          <a:p>
            <a:r>
              <a:rPr lang="en-US" sz="1000" b="1" dirty="0"/>
              <a:t>Data Analyst</a:t>
            </a:r>
            <a:r>
              <a:rPr lang="en-US" sz="1000" dirty="0"/>
              <a:t> – data cleaning and validation</a:t>
            </a:r>
          </a:p>
          <a:p>
            <a:r>
              <a:rPr lang="en-US" sz="1000" b="1" dirty="0"/>
              <a:t>IT Technician</a:t>
            </a:r>
            <a:r>
              <a:rPr lang="en-US" sz="1000" dirty="0"/>
              <a:t> – access to meter data and source files</a:t>
            </a:r>
          </a:p>
          <a:p>
            <a:r>
              <a:rPr lang="en-US" sz="1000" dirty="0"/>
              <a:t>Expertise required:</a:t>
            </a:r>
            <a:br>
              <a:rPr lang="en-US" sz="1000" dirty="0"/>
            </a:br>
            <a:r>
              <a:rPr lang="en-US" sz="1000" dirty="0"/>
              <a:t>Basic data analysis, Excel file handling, and understanding of meter data structure.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70D52DE9-C39F-CC94-6F65-93EE4FE40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378" y="1833037"/>
            <a:ext cx="504000" cy="504000"/>
          </a:xfrm>
          <a:prstGeom prst="rect">
            <a:avLst/>
          </a:prstGeom>
        </p:spPr>
      </p:pic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965EC212-087D-0CDB-3A42-461EF6AAB5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7660" y="1581037"/>
            <a:ext cx="504000" cy="504000"/>
          </a:xfrm>
          <a:prstGeom prst="rect">
            <a:avLst/>
          </a:prstGeom>
        </p:spPr>
      </p:pic>
      <p:pic>
        <p:nvPicPr>
          <p:cNvPr id="13" name="Graphic 12" descr="Open hand with plant with solid fill">
            <a:extLst>
              <a:ext uri="{FF2B5EF4-FFF2-40B4-BE49-F238E27FC236}">
                <a16:creationId xmlns:a16="http://schemas.microsoft.com/office/drawing/2014/main" id="{B7D5F3F7-E4EA-E9FB-6C5F-B8A2E0D6E1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074" y="3835072"/>
            <a:ext cx="504001" cy="504001"/>
          </a:xfrm>
          <a:prstGeom prst="rect">
            <a:avLst/>
          </a:prstGeom>
        </p:spPr>
      </p:pic>
      <p:pic>
        <p:nvPicPr>
          <p:cNvPr id="15" name="Graphic 14" descr="Group with solid fill">
            <a:extLst>
              <a:ext uri="{FF2B5EF4-FFF2-40B4-BE49-F238E27FC236}">
                <a16:creationId xmlns:a16="http://schemas.microsoft.com/office/drawing/2014/main" id="{F8ABD57C-4626-2C31-A22B-B3095D2F64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8498" y="3835073"/>
            <a:ext cx="504001" cy="504001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9B732EA6-0126-D0A3-3AA4-49DF0F09402A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377448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0313-8CD7-7D99-4B3F-7524F325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D913B780-3D7E-97D3-8674-B02A2C94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4F38F-4FDD-519D-2136-3A4408EE6385}"/>
              </a:ext>
            </a:extLst>
          </p:cNvPr>
          <p:cNvSpPr txBox="1"/>
          <p:nvPr/>
        </p:nvSpPr>
        <p:spPr>
          <a:xfrm>
            <a:off x="922702" y="1833413"/>
            <a:ext cx="4793137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50" b="1" dirty="0">
                <a:solidFill>
                  <a:srgbClr val="000000"/>
                </a:solidFill>
                <a:latin typeface="Arial" panose="020B0604020202020204"/>
              </a:rPr>
              <a:t>Business Impact, Cost, Benefits and ROI:</a:t>
            </a:r>
            <a:r>
              <a:rPr lang="en-US" sz="1050" dirty="0">
                <a:solidFill>
                  <a:srgbClr val="000000"/>
                </a:solidFill>
                <a:latin typeface="Arial" panose="020B0604020202020204"/>
              </a:rPr>
              <a:t> 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This pilot provides reliable energy data that supports sustainability reporting, cost efficiency, and CO₂ reduction strategy.</a:t>
            </a:r>
          </a:p>
          <a:p>
            <a:endParaRPr lang="en-US" sz="1000" b="1" dirty="0"/>
          </a:p>
          <a:p>
            <a:endParaRPr lang="en-US" sz="1000" b="1" dirty="0"/>
          </a:p>
          <a:p>
            <a:endParaRPr lang="en-US" sz="1000" b="1" dirty="0"/>
          </a:p>
          <a:p>
            <a:endParaRPr lang="en-US" sz="1000" b="1" dirty="0"/>
          </a:p>
          <a:p>
            <a:r>
              <a:rPr lang="en-US" sz="1000" b="1" dirty="0"/>
              <a:t>Cost:</a:t>
            </a:r>
            <a:br>
              <a:rPr lang="en-US" sz="1000" dirty="0"/>
            </a:br>
            <a:r>
              <a:rPr lang="en-US" sz="1000" dirty="0"/>
              <a:t>Approx. </a:t>
            </a:r>
            <a:r>
              <a:rPr lang="en-US" sz="1000" b="1" dirty="0"/>
              <a:t>75,000 SEK</a:t>
            </a:r>
            <a:r>
              <a:rPr lang="en-US" sz="1000" dirty="0"/>
              <a:t> internal labor only.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b="1" dirty="0"/>
              <a:t>Benefits: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More reliable monthly energy 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Reduced manual correction effort (approx. 10–12 hours saved per month)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Faster availability of validated energy insights for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Fewer reporting anomalies and less rework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ROI:</a:t>
            </a:r>
            <a:br>
              <a:rPr lang="en-US" sz="1000" dirty="0"/>
            </a:br>
            <a:r>
              <a:rPr lang="en-US" sz="1000" b="1" dirty="0"/>
              <a:t>Short-term</a:t>
            </a:r>
            <a:r>
              <a:rPr lang="en-US" sz="1000" dirty="0"/>
              <a:t>: Positive due to reduced manual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Long-term</a:t>
            </a:r>
            <a:r>
              <a:rPr lang="en-US" sz="1000" dirty="0"/>
              <a:t>: High if expanded to additional buildings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Break-even</a:t>
            </a:r>
            <a:r>
              <a:rPr lang="en-US" sz="1000" dirty="0"/>
              <a:t>: Within the first reporting year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369CE091-E5CB-F24F-4FB4-9955496184DC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3826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D49EDA-FD88-9D6B-3ADD-AEB5C84C7A23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E4635AB-B40D-9DA3-6F9E-F7129C732D03}"/>
              </a:ext>
            </a:extLst>
          </p:cNvPr>
          <p:cNvSpPr txBox="1"/>
          <p:nvPr/>
        </p:nvSpPr>
        <p:spPr>
          <a:xfrm>
            <a:off x="6602950" y="1838543"/>
            <a:ext cx="5467561" cy="4552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Scope/WBS and Delimitations</a:t>
            </a:r>
          </a:p>
          <a:p>
            <a:endParaRPr lang="en-US" sz="1050" b="1" dirty="0"/>
          </a:p>
          <a:p>
            <a:r>
              <a:rPr lang="en-US" sz="1050" b="1" dirty="0"/>
              <a:t>In Scope (3 simple tasks)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Extract meter data from 3 buildings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Clean &amp; standardize the data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Produce a monthly energy summary report</a:t>
            </a:r>
          </a:p>
          <a:p>
            <a:endParaRPr lang="en-US" sz="1050" b="1" dirty="0"/>
          </a:p>
          <a:p>
            <a:r>
              <a:rPr lang="en-US" sz="1050" b="1" dirty="0"/>
              <a:t>Out of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Real-time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Predictive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Hardware upgrades</a:t>
            </a:r>
          </a:p>
          <a:p>
            <a:endParaRPr lang="en-US" sz="1000" b="1" dirty="0"/>
          </a:p>
          <a:p>
            <a:r>
              <a:rPr lang="en-US" sz="1050" b="1" dirty="0"/>
              <a:t>WBS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Data Extraction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Data Cleaning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Summary Reporting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Requirements: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/>
              <a:t>Access to energy meter files for all 3 buildings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/>
              <a:t>Support from IT Technician for data retrieval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/>
              <a:t>Compliance with company data handling procedures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/>
              <a:t>Results should support CO₂ reduction and internal sustainability goals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/>
              <a:t>No special health or safety requirements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Graphic 10" descr="Business Growth with solid fill">
            <a:extLst>
              <a:ext uri="{FF2B5EF4-FFF2-40B4-BE49-F238E27FC236}">
                <a16:creationId xmlns:a16="http://schemas.microsoft.com/office/drawing/2014/main" id="{7871B9D1-2847-41B9-F2BE-612297AEF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517" y="1833413"/>
            <a:ext cx="504000" cy="504000"/>
          </a:xfrm>
          <a:prstGeom prst="rect">
            <a:avLst/>
          </a:prstGeom>
        </p:spPr>
      </p:pic>
      <p:pic>
        <p:nvPicPr>
          <p:cNvPr id="12" name="Graphic 11" descr="Clipboard Checked with solid fill">
            <a:extLst>
              <a:ext uri="{FF2B5EF4-FFF2-40B4-BE49-F238E27FC236}">
                <a16:creationId xmlns:a16="http://schemas.microsoft.com/office/drawing/2014/main" id="{6DF25EAF-3FCF-8E0A-FB36-D94150515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1873" y="4633029"/>
            <a:ext cx="504000" cy="504000"/>
          </a:xfrm>
          <a:prstGeom prst="rect">
            <a:avLst/>
          </a:prstGeom>
        </p:spPr>
      </p:pic>
      <p:pic>
        <p:nvPicPr>
          <p:cNvPr id="14" name="Graphic 13" descr="Target with solid fill">
            <a:extLst>
              <a:ext uri="{FF2B5EF4-FFF2-40B4-BE49-F238E27FC236}">
                <a16:creationId xmlns:a16="http://schemas.microsoft.com/office/drawing/2014/main" id="{E2A21DF7-F593-D60F-F641-B26C3DE1E7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7416" y="1803237"/>
            <a:ext cx="554247" cy="554247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EE057520-5F56-45FD-C455-B51BECEDC403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118696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C8810D78-1292-3261-7402-170E8D87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293DE-2497-3BA3-B070-6231D255775C}"/>
              </a:ext>
            </a:extLst>
          </p:cNvPr>
          <p:cNvSpPr txBox="1"/>
          <p:nvPr/>
        </p:nvSpPr>
        <p:spPr>
          <a:xfrm>
            <a:off x="955665" y="1717706"/>
            <a:ext cx="4793137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Consequences:</a:t>
            </a:r>
          </a:p>
          <a:p>
            <a:r>
              <a:rPr lang="en-US" sz="1000" dirty="0"/>
              <a:t>If the project is not executed: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Monthly energy reporting will continue to rely on inconsistent and incomplete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CO₂ reduction and energy-saving initiatives will lack accurate baseline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Manual corrections will remain time-consuming and error-prone.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Future automation and dashboard development will be delayed.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Dependencies: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Access to meter data</a:t>
            </a:r>
            <a:r>
              <a:rPr lang="en-US" sz="1000" dirty="0"/>
              <a:t> from Building A, B, and 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IT support</a:t>
            </a:r>
            <a:r>
              <a:rPr lang="en-US" sz="1000" dirty="0"/>
              <a:t> to retrieve and share the raw data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Energy Team availability</a:t>
            </a:r>
            <a:r>
              <a:rPr lang="en-US" sz="1000" dirty="0"/>
              <a:t> to review the cleaned dataset.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Shared folder structure</a:t>
            </a:r>
            <a:r>
              <a:rPr lang="en-US" sz="1000" dirty="0"/>
              <a:t> for storing consolidated data.</a:t>
            </a:r>
          </a:p>
          <a:p>
            <a:r>
              <a:rPr lang="en-US" sz="1000" dirty="0"/>
              <a:t>These dependencies are simple and minimal for this pilot phase.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Risks: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Missing or corrupted meter data for specific days.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Delays in obtaining files from IT or building operations.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Inconsistent data formats that require extra cleaning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Limited availability of the Data Analyst during key steps.</a:t>
            </a:r>
          </a:p>
          <a:p>
            <a:r>
              <a:rPr lang="en-US" sz="1000" dirty="0"/>
              <a:t>Risk exposure is low due to the small scope of the pilot.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118765A6-C8F4-210B-C7B4-355847285BEF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3826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E18A0B-D28E-E835-D3E1-BEE14C476A60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Eye with solid fill">
            <a:extLst>
              <a:ext uri="{FF2B5EF4-FFF2-40B4-BE49-F238E27FC236}">
                <a16:creationId xmlns:a16="http://schemas.microsoft.com/office/drawing/2014/main" id="{FB96203E-CABC-599D-1BF7-3CD4E4E33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4895" y="1728532"/>
            <a:ext cx="504000" cy="504000"/>
          </a:xfrm>
          <a:prstGeom prst="rect">
            <a:avLst/>
          </a:prstGeom>
        </p:spPr>
      </p:pic>
      <p:pic>
        <p:nvPicPr>
          <p:cNvPr id="9" name="Graphic 8" descr="Radioactive with solid fill">
            <a:extLst>
              <a:ext uri="{FF2B5EF4-FFF2-40B4-BE49-F238E27FC236}">
                <a16:creationId xmlns:a16="http://schemas.microsoft.com/office/drawing/2014/main" id="{4985F8A7-DA41-3156-6D31-E55744712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339" y="5031532"/>
            <a:ext cx="504000" cy="504000"/>
          </a:xfrm>
          <a:prstGeom prst="rect">
            <a:avLst/>
          </a:prstGeom>
        </p:spPr>
      </p:pic>
      <p:pic>
        <p:nvPicPr>
          <p:cNvPr id="10" name="Graphic 9" descr="Sort with solid fill">
            <a:extLst>
              <a:ext uri="{FF2B5EF4-FFF2-40B4-BE49-F238E27FC236}">
                <a16:creationId xmlns:a16="http://schemas.microsoft.com/office/drawing/2014/main" id="{50400255-C08F-73FE-2FDF-5CD1BA81A1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677" y="3429000"/>
            <a:ext cx="504000" cy="504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7B8C5E-FA3A-28F9-1FB7-ACF7257905C9}"/>
              </a:ext>
            </a:extLst>
          </p:cNvPr>
          <p:cNvSpPr txBox="1"/>
          <p:nvPr/>
        </p:nvSpPr>
        <p:spPr>
          <a:xfrm>
            <a:off x="6533190" y="1864515"/>
            <a:ext cx="5467561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Strategic focus area(s): </a:t>
            </a:r>
          </a:p>
          <a:p>
            <a:pPr lvl="0"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/>
              </a:rPr>
              <a:t>&lt;mark applicable by changing to Checkmark Bullet(s)&gt;</a:t>
            </a:r>
          </a:p>
          <a:p>
            <a:pPr marL="171450" lvl="0" indent="-171450" defTabSz="914377">
              <a:buFont typeface="Wingdings" panose="05000000000000000000" pitchFamily="2" charset="2"/>
              <a:buChar char="ü"/>
              <a:defRPr/>
            </a:pPr>
            <a:r>
              <a:rPr lang="sv-SE" sz="1000" dirty="0">
                <a:solidFill>
                  <a:srgbClr val="000000"/>
                </a:solidFill>
                <a:latin typeface="Arial" panose="020B0604020202020204"/>
              </a:rPr>
              <a:t>1. We help our customer to reduce their CO2 footprint</a:t>
            </a:r>
          </a:p>
          <a:p>
            <a:pPr marL="171450" lvl="0" indent="-171450" defTabSz="914377">
              <a:buFont typeface="Wingdings" panose="05000000000000000000" pitchFamily="2" charset="2"/>
              <a:buChar char="q"/>
              <a:defRPr/>
            </a:pPr>
            <a:r>
              <a:rPr lang="sv-SE" sz="1000" dirty="0">
                <a:solidFill>
                  <a:srgbClr val="000000"/>
                </a:solidFill>
                <a:latin typeface="Arial" panose="020B0604020202020204"/>
              </a:rPr>
              <a:t>2. We develop our electricity business to meet new demands</a:t>
            </a:r>
          </a:p>
          <a:p>
            <a:pPr marL="171450" lvl="0" indent="-171450" defTabSz="914377">
              <a:buFont typeface="Wingdings" panose="05000000000000000000" pitchFamily="2" charset="2"/>
              <a:buChar char="q"/>
              <a:defRPr/>
            </a:pPr>
            <a:r>
              <a:rPr lang="sv-SE" sz="1000" dirty="0">
                <a:solidFill>
                  <a:srgbClr val="000000"/>
                </a:solidFill>
                <a:latin typeface="Arial" panose="020B0604020202020204"/>
              </a:rPr>
              <a:t>3. We build new business in flexibility services &amp; integrated energy solutions</a:t>
            </a:r>
          </a:p>
          <a:p>
            <a:pPr marL="171450" lvl="0" indent="-171450" defTabSz="914377">
              <a:buFont typeface="Wingdings" panose="05000000000000000000" pitchFamily="2" charset="2"/>
              <a:buChar char="ü"/>
              <a:defRPr/>
            </a:pPr>
            <a:r>
              <a:rPr lang="sv-SE" sz="1000" dirty="0">
                <a:solidFill>
                  <a:srgbClr val="000000"/>
                </a:solidFill>
                <a:latin typeface="Arial" panose="020B0604020202020204"/>
              </a:rPr>
              <a:t>4. We develop IT into a strategic advantage</a:t>
            </a:r>
          </a:p>
          <a:p>
            <a:pPr marL="171450" lvl="0" indent="-171450" defTabSz="914377">
              <a:buFont typeface="Wingdings" panose="05000000000000000000" pitchFamily="2" charset="2"/>
              <a:buChar char="q"/>
              <a:defRPr/>
            </a:pPr>
            <a:r>
              <a:rPr lang="sv-SE" sz="1000" dirty="0">
                <a:solidFill>
                  <a:srgbClr val="000000"/>
                </a:solidFill>
                <a:latin typeface="Arial" panose="020B0604020202020204"/>
              </a:rPr>
              <a:t>5. We engage our employees</a:t>
            </a:r>
          </a:p>
          <a:p>
            <a:pPr marL="171450" lvl="0" indent="-171450" defTabSz="914377">
              <a:buFont typeface="Wingdings" panose="05000000000000000000" pitchFamily="2" charset="2"/>
              <a:buChar char="q"/>
              <a:defRPr/>
            </a:pPr>
            <a:endParaRPr lang="sv-SE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171450" lvl="0" indent="-171450" defTabSz="914377">
              <a:buFont typeface="Wingdings" panose="05000000000000000000" pitchFamily="2" charset="2"/>
              <a:buChar char="q"/>
              <a:defRPr/>
            </a:pPr>
            <a:endParaRPr lang="sv-SE" sz="1000" dirty="0">
              <a:solidFill>
                <a:srgbClr val="000000"/>
              </a:solidFill>
              <a:latin typeface="Arial" panose="020B0604020202020204"/>
            </a:endParaRPr>
          </a:p>
          <a:p>
            <a:pPr lvl="0" defTabSz="914377">
              <a:defRPr/>
            </a:pPr>
            <a:endParaRPr lang="sv-SE" sz="1000" dirty="0">
              <a:solidFill>
                <a:srgbClr val="000000"/>
              </a:solidFill>
              <a:latin typeface="Arial" panose="020B0604020202020204"/>
            </a:endParaRPr>
          </a:p>
          <a:p>
            <a:pPr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Project Governance and Handover:</a:t>
            </a:r>
            <a:r>
              <a:rPr lang="en-US" sz="1000" dirty="0">
                <a:solidFill>
                  <a:srgbClr val="000000"/>
                </a:solidFill>
                <a:latin typeface="Arial" panose="020B0604020202020204"/>
              </a:rPr>
              <a:t> </a:t>
            </a: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Project Portfolio Owner: </a:t>
            </a:r>
            <a:r>
              <a:rPr lang="en-US" sz="1000" dirty="0"/>
              <a:t>Emma Lindström</a:t>
            </a: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Handover Partner: </a:t>
            </a:r>
            <a:r>
              <a:rPr lang="en-US" sz="1000" dirty="0"/>
              <a:t>Lars Nyberg (Energy Operations Lead)</a:t>
            </a: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The cleaned dataset and monthly report will be handed over to the Energy Operations Team at project completion (expected 22–28 Nov 2025).</a:t>
            </a:r>
            <a:br>
              <a:rPr lang="en-US" sz="1000" dirty="0"/>
            </a:br>
            <a:r>
              <a:rPr lang="en-US" sz="1000" dirty="0"/>
              <a:t>They will use this data for monthly reporting and sustainability analyses.</a:t>
            </a: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4" name="Graphic 13" descr="Fork In Road with solid fill">
            <a:extLst>
              <a:ext uri="{FF2B5EF4-FFF2-40B4-BE49-F238E27FC236}">
                <a16:creationId xmlns:a16="http://schemas.microsoft.com/office/drawing/2014/main" id="{9CC46A57-FEDC-8C60-C51E-AA604A0F2D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567" y="1651054"/>
            <a:ext cx="504000" cy="504000"/>
          </a:xfrm>
          <a:prstGeom prst="rect">
            <a:avLst/>
          </a:prstGeom>
        </p:spPr>
      </p:pic>
      <p:pic>
        <p:nvPicPr>
          <p:cNvPr id="2" name="Graphic 1" descr="Captain male with solid fill">
            <a:extLst>
              <a:ext uri="{FF2B5EF4-FFF2-40B4-BE49-F238E27FC236}">
                <a16:creationId xmlns:a16="http://schemas.microsoft.com/office/drawing/2014/main" id="{CB7B0730-7E26-0516-428F-D6B322909A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88672" y="3429000"/>
            <a:ext cx="561975" cy="561975"/>
          </a:xfrm>
          <a:prstGeom prst="rect">
            <a:avLst/>
          </a:prstGeom>
        </p:spPr>
      </p:pic>
      <p:sp>
        <p:nvSpPr>
          <p:cNvPr id="3" name="Text">
            <a:extLst>
              <a:ext uri="{FF2B5EF4-FFF2-40B4-BE49-F238E27FC236}">
                <a16:creationId xmlns:a16="http://schemas.microsoft.com/office/drawing/2014/main" id="{29C4FFBF-DA63-0C99-A1C4-34FB8B7F3BB8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2589078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05E2C-CA10-04AA-8CC1-789BC42C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BAD33D9E-AC25-6BF3-6792-1E57A1AB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67879-F1BC-AC22-0471-AEE9C7B0CF05}"/>
              </a:ext>
            </a:extLst>
          </p:cNvPr>
          <p:cNvSpPr txBox="1"/>
          <p:nvPr/>
        </p:nvSpPr>
        <p:spPr>
          <a:xfrm>
            <a:off x="1012991" y="1651090"/>
            <a:ext cx="479313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Acceptance to include Project in Project Portfolio:</a:t>
            </a:r>
            <a:r>
              <a:rPr lang="en-US" sz="1000" dirty="0">
                <a:solidFill>
                  <a:srgbClr val="000000"/>
                </a:solidFill>
                <a:latin typeface="Arial" panose="020B0604020202020204"/>
              </a:rPr>
              <a:t> </a:t>
            </a: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Project Portfolio Owner PPO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Emma Lindström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u="sng" dirty="0">
                <a:solidFill>
                  <a:srgbClr val="000000"/>
                </a:solidFill>
                <a:latin typeface="Arial" panose="020B0604020202020204"/>
              </a:rPr>
              <a:t>&lt;date&gt;		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Project Sponsor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Jonas Hallberg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u="sng" dirty="0">
                <a:solidFill>
                  <a:srgbClr val="000000"/>
                </a:solidFill>
                <a:latin typeface="Arial" panose="020B0604020202020204"/>
              </a:rPr>
              <a:t>&lt;date&gt;		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Handover Partner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Lars Nyberg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u="sng" dirty="0">
                <a:solidFill>
                  <a:srgbClr val="000000"/>
                </a:solidFill>
                <a:latin typeface="Arial" panose="020B0604020202020204"/>
              </a:rPr>
              <a:t>&lt;date&gt;		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82101B85-BA4B-A6B5-AE63-88A5BE64EC9D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75718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53A9F0-281C-BD24-12EA-953AED09ED1A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Thumbs up sign with solid fill">
            <a:extLst>
              <a:ext uri="{FF2B5EF4-FFF2-40B4-BE49-F238E27FC236}">
                <a16:creationId xmlns:a16="http://schemas.microsoft.com/office/drawing/2014/main" id="{6D2D4F62-2097-1552-4FB0-1D69F1447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29" y="1804049"/>
            <a:ext cx="561975" cy="561975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D115D68C-BEAF-C049-F194-33BA00395428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3254710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4DE8C-187A-9E85-79B8-AE0AABC9410F}"/>
              </a:ext>
            </a:extLst>
          </p:cNvPr>
          <p:cNvSpPr txBox="1"/>
          <p:nvPr/>
        </p:nvSpPr>
        <p:spPr>
          <a:xfrm>
            <a:off x="962227" y="1749959"/>
            <a:ext cx="4793137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Tender outcome:</a:t>
            </a:r>
          </a:p>
          <a:p>
            <a:pPr lvl="0">
              <a:defRPr/>
            </a:pPr>
            <a:r>
              <a:rPr lang="en-US" sz="1000" dirty="0"/>
              <a:t>No external tendering process was required for this pilot phase.</a:t>
            </a:r>
            <a:br>
              <a:rPr lang="en-US" sz="1000" dirty="0"/>
            </a:br>
            <a:r>
              <a:rPr lang="en-US" sz="1000" dirty="0"/>
              <a:t>All activities will be performed using internal resources from </a:t>
            </a:r>
            <a:r>
              <a:rPr lang="en-US" sz="1000" dirty="0" err="1"/>
              <a:t>NordicTech</a:t>
            </a:r>
            <a:r>
              <a:rPr lang="en-US" sz="1000" dirty="0"/>
              <a:t> Solutions AB, including data extraction, cleaning, and reporting.</a:t>
            </a:r>
            <a:br>
              <a:rPr lang="en-US" sz="1000" dirty="0"/>
            </a:br>
            <a:r>
              <a:rPr lang="en-US" sz="1000" dirty="0"/>
              <a:t>No external vendors, software purchases, or contracts were involved.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Implementation plan: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r>
              <a:rPr lang="en-US" sz="1000" dirty="0"/>
              <a:t>A simple 4-week implementation plan, aligned with the 3 tasks:</a:t>
            </a:r>
          </a:p>
          <a:p>
            <a:r>
              <a:rPr lang="en-US" sz="1000" b="1" dirty="0"/>
              <a:t>Week 1 — Data Extraction (Completed)</a:t>
            </a:r>
          </a:p>
          <a:p>
            <a:r>
              <a:rPr lang="en-US" sz="1000" dirty="0"/>
              <a:t>📅 </a:t>
            </a:r>
            <a:r>
              <a:rPr lang="en-US" sz="900" b="1" dirty="0"/>
              <a:t>1–7 Nov 2025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IT Technician retrieves meter data from all 3 buildings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Files validated and stored in shared workspace</a:t>
            </a:r>
          </a:p>
          <a:p>
            <a:r>
              <a:rPr lang="en-US" sz="1000" b="1" dirty="0"/>
              <a:t>Week 2–3 — Data Cleaning (In Progress)</a:t>
            </a:r>
          </a:p>
          <a:p>
            <a:r>
              <a:rPr lang="en-US" sz="1000" dirty="0"/>
              <a:t>📅 </a:t>
            </a:r>
            <a:r>
              <a:rPr lang="en-US" sz="900" b="1" dirty="0"/>
              <a:t>8–21 Nov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Combine and standardize the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Remove duplicates, fill gaps, validate consumption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Review with Energy Team</a:t>
            </a:r>
          </a:p>
          <a:p>
            <a:r>
              <a:rPr lang="en-US" sz="1000" b="1" dirty="0"/>
              <a:t>Week 4 — Summary Report Preparation (Not Started)</a:t>
            </a:r>
          </a:p>
          <a:p>
            <a:r>
              <a:rPr lang="en-US" sz="1000" dirty="0"/>
              <a:t>📅 </a:t>
            </a:r>
            <a:r>
              <a:rPr lang="en-US" sz="900" b="1" dirty="0"/>
              <a:t>22–28 Nov 2025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Create monthly usage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Prepare clean dataset handover package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Final review and closure meeting</a:t>
            </a:r>
          </a:p>
          <a:p>
            <a:endParaRPr lang="en-US" sz="1000" b="1" dirty="0"/>
          </a:p>
          <a:p>
            <a:r>
              <a:rPr lang="en-US" sz="1000" b="1" dirty="0"/>
              <a:t>Internal stakeholders:</a:t>
            </a:r>
            <a:br>
              <a:rPr lang="en-US" sz="1000" dirty="0"/>
            </a:br>
            <a:r>
              <a:rPr lang="en-US" sz="1000" dirty="0"/>
              <a:t>Project Manager, Data Analyst, IT Technician, Energy Team</a:t>
            </a:r>
          </a:p>
          <a:p>
            <a:endParaRPr lang="en-US" sz="1000" b="1" dirty="0"/>
          </a:p>
          <a:p>
            <a:r>
              <a:rPr lang="en-US" sz="1000" b="1" dirty="0"/>
              <a:t>External stakeholders:</a:t>
            </a:r>
            <a:br>
              <a:rPr lang="en-US" sz="1000" dirty="0"/>
            </a:br>
            <a:r>
              <a:rPr lang="en-US" sz="1000" dirty="0"/>
              <a:t>None for this pilot project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79D8798C-BB34-205A-A5BA-3FDDE47B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D89CE1F7-9FF0-CB6E-C791-465A6AE91B39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75718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A37508-3F76-27AD-5968-FD42CD96CDDC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B3B494-BC72-DC02-A0DF-49AF3BC5B782}"/>
              </a:ext>
            </a:extLst>
          </p:cNvPr>
          <p:cNvSpPr txBox="1"/>
          <p:nvPr/>
        </p:nvSpPr>
        <p:spPr>
          <a:xfrm>
            <a:off x="6402499" y="1451065"/>
            <a:ext cx="5467561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Contract, SLA and Payments</a:t>
            </a:r>
          </a:p>
          <a:p>
            <a:r>
              <a:rPr lang="en-US" sz="1000" dirty="0"/>
              <a:t>As this is an internal pilot project, no external contract or SLA is required.</a:t>
            </a:r>
            <a:br>
              <a:rPr lang="en-US" sz="1000" dirty="0"/>
            </a:br>
            <a:r>
              <a:rPr lang="en-US" sz="1000" dirty="0"/>
              <a:t>All work is executed under existing internal agreements and standard working procedures.</a:t>
            </a:r>
          </a:p>
          <a:p>
            <a:endParaRPr lang="en-US" sz="1000" b="1" dirty="0"/>
          </a:p>
          <a:p>
            <a:r>
              <a:rPr lang="en-US" sz="1000" b="1" dirty="0"/>
              <a:t>Payment Terms: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Total estimated cost: </a:t>
            </a:r>
            <a:r>
              <a:rPr lang="en-US" sz="1000" b="1" dirty="0"/>
              <a:t>75,000 SEK</a:t>
            </a:r>
            <a:r>
              <a:rPr lang="en-US" sz="1000" dirty="0"/>
              <a:t> (internal labor only)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 external supplier costs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 invoices or payment schedules needed</a:t>
            </a:r>
          </a:p>
          <a:p>
            <a:endParaRPr lang="en-US" sz="1000" b="1" dirty="0"/>
          </a:p>
          <a:p>
            <a:r>
              <a:rPr lang="en-US" sz="1000" b="1" dirty="0"/>
              <a:t>Scope and Quality: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Deliverables: Clean dataset + monthly summary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Quality criteria: 95% validated and complete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Testing: Manual validation by Energy Team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9" name="Graphic 8" descr="Captain male with solid fill">
            <a:extLst>
              <a:ext uri="{FF2B5EF4-FFF2-40B4-BE49-F238E27FC236}">
                <a16:creationId xmlns:a16="http://schemas.microsoft.com/office/drawing/2014/main" id="{B4287B6D-6B74-8E79-FEE8-C46AE73FE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0201" y="1468972"/>
            <a:ext cx="561975" cy="561975"/>
          </a:xfrm>
          <a:prstGeom prst="rect">
            <a:avLst/>
          </a:prstGeom>
        </p:spPr>
      </p:pic>
      <p:pic>
        <p:nvPicPr>
          <p:cNvPr id="11" name="Graphic 10" descr="Handshake with solid fill">
            <a:extLst>
              <a:ext uri="{FF2B5EF4-FFF2-40B4-BE49-F238E27FC236}">
                <a16:creationId xmlns:a16="http://schemas.microsoft.com/office/drawing/2014/main" id="{5D6F01B8-CCB7-7856-C59A-967D508F6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656" y="2285891"/>
            <a:ext cx="507063" cy="507063"/>
          </a:xfrm>
          <a:prstGeom prst="rect">
            <a:avLst/>
          </a:prstGeom>
        </p:spPr>
      </p:pic>
      <p:pic>
        <p:nvPicPr>
          <p:cNvPr id="12" name="Graphic 11" descr="Contract with solid fill">
            <a:extLst>
              <a:ext uri="{FF2B5EF4-FFF2-40B4-BE49-F238E27FC236}">
                <a16:creationId xmlns:a16="http://schemas.microsoft.com/office/drawing/2014/main" id="{D12BB3EA-3287-D1D8-2E07-54109FF4C1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140" y="1749959"/>
            <a:ext cx="501560" cy="501560"/>
          </a:xfrm>
          <a:prstGeom prst="rect">
            <a:avLst/>
          </a:prstGeom>
        </p:spPr>
      </p:pic>
      <p:pic>
        <p:nvPicPr>
          <p:cNvPr id="13" name="Graphic 12" descr="Gantt Chart with solid fill">
            <a:extLst>
              <a:ext uri="{FF2B5EF4-FFF2-40B4-BE49-F238E27FC236}">
                <a16:creationId xmlns:a16="http://schemas.microsoft.com/office/drawing/2014/main" id="{B3D22460-26E6-8B21-3586-D9277516AF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0125" y="3067525"/>
            <a:ext cx="606553" cy="606553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513F7DA9-11C4-8627-E830-D87FBF95D25E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407108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27C9-1EBB-3845-DADF-08989224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35C13F-9B59-2227-34D2-C91F9B2285BC}"/>
              </a:ext>
            </a:extLst>
          </p:cNvPr>
          <p:cNvSpPr txBox="1"/>
          <p:nvPr/>
        </p:nvSpPr>
        <p:spPr>
          <a:xfrm>
            <a:off x="935800" y="1803490"/>
            <a:ext cx="4793137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Acceptance of Contract, SLA and Payment Terms:</a:t>
            </a:r>
            <a:r>
              <a:rPr lang="en-US" sz="1000" dirty="0">
                <a:solidFill>
                  <a:srgbClr val="000000"/>
                </a:solidFill>
                <a:latin typeface="Arial" panose="020B0604020202020204"/>
              </a:rPr>
              <a:t> </a:t>
            </a: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Project Portfolio Owner PPO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Emma Lindström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Approved on: 1 Nov 2025</a:t>
            </a:r>
            <a:endParaRPr lang="en-US" sz="1000" u="sng" dirty="0">
              <a:solidFill>
                <a:srgbClr val="000000"/>
              </a:solidFill>
              <a:latin typeface="Arial" panose="020B0604020202020204"/>
            </a:endParaRP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Project Sponsor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Jonas Hallberg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Approved on: 2 Nov 2025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171450" lvl="0" indent="-171450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Handover Partner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Lars Nyberg</a:t>
            </a:r>
          </a:p>
          <a:p>
            <a:pPr lvl="0">
              <a:spcBef>
                <a:spcPts val="375"/>
              </a:spcBef>
              <a:spcAft>
                <a:spcPts val="375"/>
              </a:spcAft>
              <a:defRPr/>
            </a:pPr>
            <a:r>
              <a:rPr lang="en-US" sz="1000" dirty="0"/>
              <a:t>Approved on: 2 Nov 2025</a:t>
            </a:r>
            <a:endParaRPr lang="en-US" sz="1000" u="sng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44580373-C20A-FFE6-8FC8-A30C031C6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F1440AB7-A666-252B-4C52-FE872A37D2FF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475718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E08E61-BCB5-1D03-EF53-3AB64135F054}"/>
              </a:ext>
            </a:extLst>
          </p:cNvPr>
          <p:cNvCxnSpPr>
            <a:cxnSpLocks/>
          </p:cNvCxnSpPr>
          <p:nvPr/>
        </p:nvCxnSpPr>
        <p:spPr>
          <a:xfrm>
            <a:off x="5806128" y="1451065"/>
            <a:ext cx="0" cy="4768017"/>
          </a:xfrm>
          <a:prstGeom prst="line">
            <a:avLst/>
          </a:prstGeom>
          <a:ln w="19050">
            <a:solidFill>
              <a:schemeClr val="accent1"/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Thumbs up sign with solid fill">
            <a:extLst>
              <a:ext uri="{FF2B5EF4-FFF2-40B4-BE49-F238E27FC236}">
                <a16:creationId xmlns:a16="http://schemas.microsoft.com/office/drawing/2014/main" id="{B37B993F-7CBC-6297-5935-5C4A5D4D7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634" y="1698868"/>
            <a:ext cx="561975" cy="561975"/>
          </a:xfrm>
          <a:prstGeom prst="rect">
            <a:avLst/>
          </a:prstGeom>
        </p:spPr>
      </p:pic>
      <p:sp>
        <p:nvSpPr>
          <p:cNvPr id="3" name="Text">
            <a:extLst>
              <a:ext uri="{FF2B5EF4-FFF2-40B4-BE49-F238E27FC236}">
                <a16:creationId xmlns:a16="http://schemas.microsoft.com/office/drawing/2014/main" id="{530DE37A-999B-ED08-AFFE-E61140829F99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415885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9829E963-762C-3159-DAD6-D7689AEE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8F4E4-D911-03E5-AC89-6ABEAE339E07}"/>
              </a:ext>
            </a:extLst>
          </p:cNvPr>
          <p:cNvSpPr txBox="1"/>
          <p:nvPr/>
        </p:nvSpPr>
        <p:spPr>
          <a:xfrm>
            <a:off x="895602" y="1915221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Risk Management: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EE96A667-E387-C83A-D021-2FB7A9CF1E1D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32840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7" name="Graphic 6" descr="Radioactive with solid fill">
            <a:extLst>
              <a:ext uri="{FF2B5EF4-FFF2-40B4-BE49-F238E27FC236}">
                <a16:creationId xmlns:a16="http://schemas.microsoft.com/office/drawing/2014/main" id="{EBF9541D-66A7-0C3B-DF58-8D22F259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360" y="1833037"/>
            <a:ext cx="504000" cy="504000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B0EBBCE-F86A-2A7F-B242-A5E7B6D5AD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091592"/>
              </p:ext>
            </p:extLst>
          </p:nvPr>
        </p:nvGraphicFramePr>
        <p:xfrm>
          <a:off x="1949450" y="2601913"/>
          <a:ext cx="8462963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321758" imgH="4153118" progId="Excel.Sheet.12">
                  <p:embed/>
                </p:oleObj>
              </mc:Choice>
              <mc:Fallback>
                <p:oleObj name="Worksheet" r:id="rId4" imgW="12321758" imgH="4153118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B0EBBCE-F86A-2A7F-B242-A5E7B6D5AD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49450" y="2601913"/>
                        <a:ext cx="8462963" cy="286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">
            <a:extLst>
              <a:ext uri="{FF2B5EF4-FFF2-40B4-BE49-F238E27FC236}">
                <a16:creationId xmlns:a16="http://schemas.microsoft.com/office/drawing/2014/main" id="{EE8B3248-1048-70B5-2122-68EDA0E8C7C3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1670638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B1D225CD-9E1A-3A0D-178A-E1D3165F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C64A9-2939-989F-5D42-23FD70FAC12D}"/>
              </a:ext>
            </a:extLst>
          </p:cNvPr>
          <p:cNvSpPr txBox="1"/>
          <p:nvPr/>
        </p:nvSpPr>
        <p:spPr>
          <a:xfrm>
            <a:off x="895602" y="1838816"/>
            <a:ext cx="49908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 Organization:</a:t>
            </a:r>
          </a:p>
          <a:p>
            <a:pPr lvl="0">
              <a:defRPr/>
            </a:pPr>
            <a:r>
              <a:rPr lang="en-US" sz="1000" dirty="0"/>
              <a:t>Organizational structure for the TG3 pilot project (Nov 2025)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CE12D2F7-2992-34F5-6B10-F63A62011977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2388089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7" name="Graphic 6" descr="Group with solid fill">
            <a:extLst>
              <a:ext uri="{FF2B5EF4-FFF2-40B4-BE49-F238E27FC236}">
                <a16:creationId xmlns:a16="http://schemas.microsoft.com/office/drawing/2014/main" id="{29AADDFF-A655-A667-7F92-8B5CA1FA8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602" y="1720972"/>
            <a:ext cx="504001" cy="504001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D5DB877-31BF-AD1E-91BC-BA4F131BC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6455467"/>
              </p:ext>
            </p:extLst>
          </p:nvPr>
        </p:nvGraphicFramePr>
        <p:xfrm>
          <a:off x="1442064" y="1772918"/>
          <a:ext cx="8803149" cy="4352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">
            <a:extLst>
              <a:ext uri="{FF2B5EF4-FFF2-40B4-BE49-F238E27FC236}">
                <a16:creationId xmlns:a16="http://schemas.microsoft.com/office/drawing/2014/main" id="{EAEEF270-228D-BD8A-7857-74C9BA331A74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265823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EA33FEA6-0042-4F4D-874B-4E01BC21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37F61-0E12-7CD4-0C53-8D88AE78ABF1}"/>
              </a:ext>
            </a:extLst>
          </p:cNvPr>
          <p:cNvSpPr txBox="1"/>
          <p:nvPr/>
        </p:nvSpPr>
        <p:spPr>
          <a:xfrm>
            <a:off x="895603" y="1961926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 Breakdown Structure - WBS: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1068977B-CACD-06AD-2C59-8BB173C8A20A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98575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7FECDD3-8D74-9EFF-173D-74FFEF8AE4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003546"/>
              </p:ext>
            </p:extLst>
          </p:nvPr>
        </p:nvGraphicFramePr>
        <p:xfrm>
          <a:off x="2748264" y="1722240"/>
          <a:ext cx="8803149" cy="4352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phic 8" descr="Target with solid fill">
            <a:extLst>
              <a:ext uri="{FF2B5EF4-FFF2-40B4-BE49-F238E27FC236}">
                <a16:creationId xmlns:a16="http://schemas.microsoft.com/office/drawing/2014/main" id="{B3373D3A-C38B-964C-ED4B-4EECB7259D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231" y="1832576"/>
            <a:ext cx="554247" cy="554247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832475D4-7E2C-7CD2-50D5-D8AAE4D31D0B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F0B65-02EE-B9A2-4267-026A619D39D4}"/>
              </a:ext>
            </a:extLst>
          </p:cNvPr>
          <p:cNvSpPr txBox="1"/>
          <p:nvPr/>
        </p:nvSpPr>
        <p:spPr>
          <a:xfrm>
            <a:off x="296481" y="3067600"/>
            <a:ext cx="35420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Timeline: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WP1.x tasks take place in Week 1 (1–7 Nov)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WP2.x tasks take place in Weeks 2–3 (8–21 Nov)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WP3.x tasks take place in Week 4 (22–28 Nov)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631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53618535-8AD9-C8DA-96E4-3DF0E02F1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8B136-4E1A-D144-D21D-65A2E3BD56BB}"/>
              </a:ext>
            </a:extLst>
          </p:cNvPr>
          <p:cNvSpPr txBox="1"/>
          <p:nvPr/>
        </p:nvSpPr>
        <p:spPr>
          <a:xfrm>
            <a:off x="969263" y="1791537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Network Diagram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B8523E97-7F3F-6759-F031-914CB1EA068B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32840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46DFD8B-4A13-CD09-A984-555353E05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534767"/>
              </p:ext>
            </p:extLst>
          </p:nvPr>
        </p:nvGraphicFramePr>
        <p:xfrm>
          <a:off x="431799" y="2108323"/>
          <a:ext cx="11647425" cy="4404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phic 8" descr="Target with solid fill">
            <a:extLst>
              <a:ext uri="{FF2B5EF4-FFF2-40B4-BE49-F238E27FC236}">
                <a16:creationId xmlns:a16="http://schemas.microsoft.com/office/drawing/2014/main" id="{F5113D81-352E-1776-7604-EBD81556D6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015" y="1684803"/>
            <a:ext cx="554247" cy="55424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97A929-61FF-F279-D620-1113CBE463B5}"/>
              </a:ext>
            </a:extLst>
          </p:cNvPr>
          <p:cNvCxnSpPr/>
          <p:nvPr/>
        </p:nvCxnSpPr>
        <p:spPr>
          <a:xfrm>
            <a:off x="2734056" y="3739896"/>
            <a:ext cx="374904" cy="539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B18AC5-92A9-93DD-A6D2-23EB683915D6}"/>
              </a:ext>
            </a:extLst>
          </p:cNvPr>
          <p:cNvCxnSpPr/>
          <p:nvPr/>
        </p:nvCxnSpPr>
        <p:spPr>
          <a:xfrm flipV="1">
            <a:off x="2752344" y="4287367"/>
            <a:ext cx="347472" cy="7509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3BB86D-38F6-E89C-56CC-0A2AE23B89A5}"/>
              </a:ext>
            </a:extLst>
          </p:cNvPr>
          <p:cNvCxnSpPr/>
          <p:nvPr/>
        </p:nvCxnSpPr>
        <p:spPr>
          <a:xfrm flipV="1">
            <a:off x="10040112" y="4279392"/>
            <a:ext cx="210312" cy="384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">
            <a:extLst>
              <a:ext uri="{FF2B5EF4-FFF2-40B4-BE49-F238E27FC236}">
                <a16:creationId xmlns:a16="http://schemas.microsoft.com/office/drawing/2014/main" id="{D4EA34D9-9E36-4D92-8681-AB9759115803}"/>
              </a:ext>
            </a:extLst>
          </p:cNvPr>
          <p:cNvSpPr txBox="1">
            <a:spLocks/>
          </p:cNvSpPr>
          <p:nvPr/>
        </p:nvSpPr>
        <p:spPr>
          <a:xfrm>
            <a:off x="9710057" y="643463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5733C-AF6C-3599-E82B-980CEBD20BD0}"/>
              </a:ext>
            </a:extLst>
          </p:cNvPr>
          <p:cNvSpPr txBox="1"/>
          <p:nvPr/>
        </p:nvSpPr>
        <p:spPr>
          <a:xfrm>
            <a:off x="306006" y="2549228"/>
            <a:ext cx="35420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Timeline: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WP1.x tasks take place in Week 1 (1–7 Nov)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WP2.x tasks take place in Weeks 2–3 (8–21 Nov)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/>
              <a:t>WP3.x tasks take place in Week 4 (22–28 Nov)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290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8C4A2E0-BA8E-279D-A5FA-409C931B5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13585"/>
              </p:ext>
            </p:extLst>
          </p:nvPr>
        </p:nvGraphicFramePr>
        <p:xfrm>
          <a:off x="652463" y="2751139"/>
          <a:ext cx="10752137" cy="267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062678" imgH="3093720" progId="Excel.Sheet.12">
                  <p:embed/>
                </p:oleObj>
              </mc:Choice>
              <mc:Fallback>
                <p:oleObj name="Worksheet" r:id="rId2" imgW="12062678" imgH="309372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8C4A2E0-BA8E-279D-A5FA-409C931B5E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2463" y="2751139"/>
                        <a:ext cx="10752137" cy="267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ubrik 1">
            <a:extLst>
              <a:ext uri="{FF2B5EF4-FFF2-40B4-BE49-F238E27FC236}">
                <a16:creationId xmlns:a16="http://schemas.microsoft.com/office/drawing/2014/main" id="{DB385399-8F3B-3721-124A-C65933AA5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2C889-158D-5F62-05AE-B89A8EA7FD78}"/>
              </a:ext>
            </a:extLst>
          </p:cNvPr>
          <p:cNvSpPr txBox="1"/>
          <p:nvPr/>
        </p:nvSpPr>
        <p:spPr>
          <a:xfrm>
            <a:off x="895602" y="1780283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Activity List: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AE1B3539-0189-796A-FFC2-786E276D9AE8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32840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9" name="Graphic 8" descr="Target with solid fill">
            <a:extLst>
              <a:ext uri="{FF2B5EF4-FFF2-40B4-BE49-F238E27FC236}">
                <a16:creationId xmlns:a16="http://schemas.microsoft.com/office/drawing/2014/main" id="{6427562F-F7A0-2A8A-CF71-6E49F0A72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874" y="1665466"/>
            <a:ext cx="554247" cy="554247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30E8A65A-336F-E5F7-D3AF-C0380307D67E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511102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4973CA8C-BB13-AF74-2B1E-3C58FC3D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C5B7F-4A5C-E6BC-CAE2-E3E125732473}"/>
              </a:ext>
            </a:extLst>
          </p:cNvPr>
          <p:cNvSpPr txBox="1"/>
          <p:nvPr/>
        </p:nvSpPr>
        <p:spPr>
          <a:xfrm>
            <a:off x="895603" y="1865195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Gantt Chart: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2DD17D08-BE04-6650-A531-E1E6CCF116B1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6657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8" name="Graphic 7" descr="Target with solid fill">
            <a:extLst>
              <a:ext uri="{FF2B5EF4-FFF2-40B4-BE49-F238E27FC236}">
                <a16:creationId xmlns:a16="http://schemas.microsoft.com/office/drawing/2014/main" id="{B1D9FE2F-2EEB-8AEE-0028-909512106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14" y="1701393"/>
            <a:ext cx="554247" cy="55424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6D2ED8-A5C4-9C5B-0197-E94924C53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1810"/>
              </p:ext>
            </p:extLst>
          </p:nvPr>
        </p:nvGraphicFramePr>
        <p:xfrm>
          <a:off x="747234" y="2687320"/>
          <a:ext cx="1103484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4">
                  <a:extLst>
                    <a:ext uri="{9D8B030D-6E8A-4147-A177-3AD203B41FA5}">
                      <a16:colId xmlns:a16="http://schemas.microsoft.com/office/drawing/2014/main" val="2297416205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946247145"/>
                    </a:ext>
                  </a:extLst>
                </a:gridCol>
                <a:gridCol w="2042462">
                  <a:extLst>
                    <a:ext uri="{9D8B030D-6E8A-4147-A177-3AD203B41FA5}">
                      <a16:colId xmlns:a16="http://schemas.microsoft.com/office/drawing/2014/main" val="2456381775"/>
                    </a:ext>
                  </a:extLst>
                </a:gridCol>
                <a:gridCol w="2042462">
                  <a:extLst>
                    <a:ext uri="{9D8B030D-6E8A-4147-A177-3AD203B41FA5}">
                      <a16:colId xmlns:a16="http://schemas.microsoft.com/office/drawing/2014/main" val="10184454"/>
                    </a:ext>
                  </a:extLst>
                </a:gridCol>
                <a:gridCol w="1984726">
                  <a:extLst>
                    <a:ext uri="{9D8B030D-6E8A-4147-A177-3AD203B41FA5}">
                      <a16:colId xmlns:a16="http://schemas.microsoft.com/office/drawing/2014/main" val="3027372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v-SE" sz="1400" dirty="0"/>
                        <a:t>Activity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Week 1 (Nov 1–7)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Week 2 (Nov 8–14)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 3 (Nov 15–21)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Week 4 (Jun 22–28)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469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400" dirty="0"/>
                        <a:t>(7 Days)</a:t>
                      </a:r>
                      <a:endParaRPr lang="en-US" sz="14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47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Cleaning &amp; Standardization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400" dirty="0"/>
                        <a:t>(7 Days)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400" dirty="0"/>
                        <a:t>(7 Days)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64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Reporting &amp;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400" dirty="0"/>
                        <a:t>(7 Days)</a:t>
                      </a:r>
                      <a:endParaRPr lang="en-US" sz="14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134837"/>
                  </a:ext>
                </a:extLst>
              </a:tr>
            </a:tbl>
          </a:graphicData>
        </a:graphic>
      </p:graphicFrame>
      <p:sp>
        <p:nvSpPr>
          <p:cNvPr id="2" name="Text">
            <a:extLst>
              <a:ext uri="{FF2B5EF4-FFF2-40B4-BE49-F238E27FC236}">
                <a16:creationId xmlns:a16="http://schemas.microsoft.com/office/drawing/2014/main" id="{BB84B90A-85D0-99A1-535E-81275C27584B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1136534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BDAF1BE3-9C2C-00D4-766D-B19F3D8D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FBF0D-B445-9698-32B8-5BF96C079CAE}"/>
              </a:ext>
            </a:extLst>
          </p:cNvPr>
          <p:cNvSpPr txBox="1"/>
          <p:nvPr/>
        </p:nvSpPr>
        <p:spPr>
          <a:xfrm>
            <a:off x="935800" y="1772348"/>
            <a:ext cx="104007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SWOT Analysis: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dirty="0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E3789633-14AA-6CDA-E519-95CB6C45EE3E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32840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7" name="Graphic 6" descr="Group with solid fill">
            <a:extLst>
              <a:ext uri="{FF2B5EF4-FFF2-40B4-BE49-F238E27FC236}">
                <a16:creationId xmlns:a16="http://schemas.microsoft.com/office/drawing/2014/main" id="{E1F30C4F-0642-4B3E-A0E6-9FB236F95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99" y="1648827"/>
            <a:ext cx="504001" cy="50400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6A3A7E-31B7-344F-03E7-0B156F54F886}"/>
              </a:ext>
            </a:extLst>
          </p:cNvPr>
          <p:cNvCxnSpPr>
            <a:cxnSpLocks/>
          </p:cNvCxnSpPr>
          <p:nvPr/>
        </p:nvCxnSpPr>
        <p:spPr>
          <a:xfrm>
            <a:off x="5806128" y="2281084"/>
            <a:ext cx="0" cy="3937998"/>
          </a:xfrm>
          <a:prstGeom prst="line">
            <a:avLst/>
          </a:prstGeom>
          <a:ln w="19050">
            <a:solidFill>
              <a:schemeClr val="accent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F34A45-9B11-468E-8FC5-B357AA79B700}"/>
              </a:ext>
            </a:extLst>
          </p:cNvPr>
          <p:cNvCxnSpPr>
            <a:cxnSpLocks/>
          </p:cNvCxnSpPr>
          <p:nvPr/>
        </p:nvCxnSpPr>
        <p:spPr>
          <a:xfrm flipH="1">
            <a:off x="2850652" y="4197189"/>
            <a:ext cx="6008493" cy="0"/>
          </a:xfrm>
          <a:prstGeom prst="line">
            <a:avLst/>
          </a:prstGeom>
          <a:ln w="19050">
            <a:solidFill>
              <a:schemeClr val="accent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017D34-7259-4288-0384-0380FD6C0B21}"/>
              </a:ext>
            </a:extLst>
          </p:cNvPr>
          <p:cNvSpPr txBox="1"/>
          <p:nvPr/>
        </p:nvSpPr>
        <p:spPr>
          <a:xfrm>
            <a:off x="2850651" y="2281084"/>
            <a:ext cx="2606247" cy="166791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sv-SE" sz="1000" b="1" dirty="0"/>
              <a:t>STRENGTHS (Internal, Helpful)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Clear and limited projects scope (only 3 tasks)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Uses internal resource only – no external dependencies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Fast implementation (4 weeks total)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Strong support from Energy Operations Team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Improves data reliability immediately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73211-FE12-2BF0-721D-1154736F0B88}"/>
              </a:ext>
            </a:extLst>
          </p:cNvPr>
          <p:cNvSpPr txBox="1"/>
          <p:nvPr/>
        </p:nvSpPr>
        <p:spPr>
          <a:xfrm>
            <a:off x="6136196" y="2281084"/>
            <a:ext cx="2606249" cy="166791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sv-SE" sz="1000" b="1" dirty="0"/>
              <a:t>WEAKNESSES (Internal, Harmful)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Manual data cleaning required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Small project team may have competing priorities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Depends on timely input from IT Technician and Energy Team</a:t>
            </a:r>
          </a:p>
          <a:p>
            <a:pPr marL="171450" indent="-171450">
              <a:buFontTx/>
              <a:buChar char="-"/>
            </a:pPr>
            <a:r>
              <a:rPr lang="en-US" sz="1000" dirty="0"/>
              <a:t>Limited to 3 pilot buildings (not full company portfolio)</a:t>
            </a:r>
            <a:endParaRPr lang="sv-SE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A909A-19BF-82CC-281B-3DC817A3DA3F}"/>
              </a:ext>
            </a:extLst>
          </p:cNvPr>
          <p:cNvSpPr txBox="1"/>
          <p:nvPr/>
        </p:nvSpPr>
        <p:spPr>
          <a:xfrm>
            <a:off x="2850651" y="4428065"/>
            <a:ext cx="2606249" cy="179101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sv-SE" sz="1000" b="1" dirty="0"/>
              <a:t>OPPORTUNITIES (External, Helpful)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Can extend to real-time monitoring dashboards in future phases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Supports CO2 reduction and sustainability reporting needs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Enables data-driven energy savings across more buildings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Potential to automate cleaning and reporting in future phases</a:t>
            </a:r>
          </a:p>
          <a:p>
            <a:pPr marL="171450" indent="-171450" algn="l">
              <a:buFontTx/>
              <a:buChar char="-"/>
            </a:pPr>
            <a:r>
              <a:rPr lang="sv-SE" sz="1000" dirty="0"/>
              <a:t>Creates foundation for smarter energy analytics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4DF875-52BF-511F-7F57-C1281F174247}"/>
              </a:ext>
            </a:extLst>
          </p:cNvPr>
          <p:cNvSpPr txBox="1"/>
          <p:nvPr/>
        </p:nvSpPr>
        <p:spPr>
          <a:xfrm>
            <a:off x="6136196" y="4428066"/>
            <a:ext cx="2606249" cy="166791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l"/>
            <a:r>
              <a:rPr lang="sv-SE" sz="1000" b="1" dirty="0">
                <a:solidFill>
                  <a:schemeClr val="bg1"/>
                </a:solidFill>
              </a:rPr>
              <a:t>THREATS (External, Harmful)</a:t>
            </a:r>
          </a:p>
          <a:p>
            <a:pPr marL="171450" indent="-171450" algn="l">
              <a:buFontTx/>
              <a:buChar char="-"/>
            </a:pPr>
            <a:r>
              <a:rPr lang="sv-SE" sz="1000" dirty="0">
                <a:solidFill>
                  <a:schemeClr val="bg1"/>
                </a:solidFill>
              </a:rPr>
              <a:t>Delays from building operations or IT access issues</a:t>
            </a:r>
          </a:p>
          <a:p>
            <a:pPr marL="171450" indent="-171450" algn="l">
              <a:buFontTx/>
              <a:buChar char="-"/>
            </a:pPr>
            <a:r>
              <a:rPr lang="sv-SE" sz="1000" dirty="0">
                <a:solidFill>
                  <a:schemeClr val="bg1"/>
                </a:solidFill>
              </a:rPr>
              <a:t>Future meter hardware upgrades may change data formats</a:t>
            </a:r>
          </a:p>
          <a:p>
            <a:pPr marL="171450" indent="-171450" algn="l">
              <a:buFontTx/>
              <a:buChar char="-"/>
            </a:pPr>
            <a:r>
              <a:rPr lang="sv-SE" sz="1000" dirty="0">
                <a:solidFill>
                  <a:schemeClr val="bg1"/>
                </a:solidFill>
              </a:rPr>
              <a:t>Unexpected data quality issues may increase workload</a:t>
            </a:r>
          </a:p>
          <a:p>
            <a:pPr marL="171450" indent="-171450" algn="l">
              <a:buFontTx/>
              <a:buChar char="-"/>
            </a:pPr>
            <a:r>
              <a:rPr lang="sv-SE" sz="1000" dirty="0">
                <a:solidFill>
                  <a:schemeClr val="bg1"/>
                </a:solidFill>
              </a:rPr>
              <a:t>Other corporate priorities may limit resource availability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171390-9EA8-9287-A167-96756E6E2CD9}"/>
              </a:ext>
            </a:extLst>
          </p:cNvPr>
          <p:cNvSpPr txBox="1"/>
          <p:nvPr/>
        </p:nvSpPr>
        <p:spPr>
          <a:xfrm>
            <a:off x="3524159" y="1951848"/>
            <a:ext cx="1259232" cy="21645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sv-SE" sz="1000" b="1"/>
              <a:t>HELPFUL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87FB9-7C33-C3B2-4BD5-20643F4456D9}"/>
              </a:ext>
            </a:extLst>
          </p:cNvPr>
          <p:cNvSpPr txBox="1"/>
          <p:nvPr/>
        </p:nvSpPr>
        <p:spPr>
          <a:xfrm>
            <a:off x="6809704" y="1951848"/>
            <a:ext cx="1259232" cy="21645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sv-SE" sz="1000" b="1"/>
              <a:t>HARMFUL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6605F-C869-D3C3-3373-8B3C24AEBA40}"/>
              </a:ext>
            </a:extLst>
          </p:cNvPr>
          <p:cNvSpPr txBox="1"/>
          <p:nvPr/>
        </p:nvSpPr>
        <p:spPr>
          <a:xfrm rot="16200000">
            <a:off x="1937532" y="5153793"/>
            <a:ext cx="1259232" cy="21645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sv-SE" sz="1000" b="1"/>
              <a:t>EXTERNAL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BFE20C-77A9-AD16-382B-890F2771D785}"/>
              </a:ext>
            </a:extLst>
          </p:cNvPr>
          <p:cNvSpPr txBox="1"/>
          <p:nvPr/>
        </p:nvSpPr>
        <p:spPr>
          <a:xfrm rot="16200000">
            <a:off x="1937532" y="3006812"/>
            <a:ext cx="1259232" cy="21645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sv-SE" sz="1000" b="1"/>
              <a:t>INTERNAL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3E7928F-FB07-C263-D0F1-4E6EA96EEC48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5CC71-8B91-470C-524C-3A3B74BD359E}"/>
              </a:ext>
            </a:extLst>
          </p:cNvPr>
          <p:cNvSpPr txBox="1"/>
          <p:nvPr/>
        </p:nvSpPr>
        <p:spPr>
          <a:xfrm>
            <a:off x="935800" y="1772348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SWOT Analysis:</a:t>
            </a:r>
          </a:p>
        </p:txBody>
      </p:sp>
    </p:spTree>
    <p:extLst>
      <p:ext uri="{BB962C8B-B14F-4D97-AF65-F5344CB8AC3E}">
        <p14:creationId xmlns:p14="http://schemas.microsoft.com/office/powerpoint/2010/main" val="2552939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623A92D-71B6-C202-F0A3-D97B10C5E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718780"/>
              </p:ext>
            </p:extLst>
          </p:nvPr>
        </p:nvGraphicFramePr>
        <p:xfrm>
          <a:off x="279400" y="2232025"/>
          <a:ext cx="12125325" cy="367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607040" imgH="3215640" progId="Excel.Sheet.12">
                  <p:embed/>
                </p:oleObj>
              </mc:Choice>
              <mc:Fallback>
                <p:oleObj name="Worksheet" r:id="rId2" imgW="10607040" imgH="321564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623A92D-71B6-C202-F0A3-D97B10C5E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9400" y="2232025"/>
                        <a:ext cx="12125325" cy="3678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ubrik 1">
            <a:extLst>
              <a:ext uri="{FF2B5EF4-FFF2-40B4-BE49-F238E27FC236}">
                <a16:creationId xmlns:a16="http://schemas.microsoft.com/office/drawing/2014/main" id="{90D3B367-F9A4-23C5-D1D0-474B8F3E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40BB5-3941-2A6A-E164-C3F1B27BEDBE}"/>
              </a:ext>
            </a:extLst>
          </p:cNvPr>
          <p:cNvSpPr txBox="1"/>
          <p:nvPr/>
        </p:nvSpPr>
        <p:spPr>
          <a:xfrm>
            <a:off x="844802" y="1709925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Stakeholder mapping: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7BA1BEB8-5A58-E8D3-C761-E845813C86DE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22680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8" name="Graphic 7" descr="Group with solid fill">
            <a:extLst>
              <a:ext uri="{FF2B5EF4-FFF2-40B4-BE49-F238E27FC236}">
                <a16:creationId xmlns:a16="http://schemas.microsoft.com/office/drawing/2014/main" id="{AAC5A86E-9D08-4DDD-CE80-2C13046A7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405" y="1581036"/>
            <a:ext cx="504001" cy="504001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0559E62B-E861-7352-5AEA-D337A7E91036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5628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56C09998-0F76-377D-5906-F48C045D7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4869B-9406-FEF9-A17D-1225E3312E5A}"/>
              </a:ext>
            </a:extLst>
          </p:cNvPr>
          <p:cNvSpPr txBox="1"/>
          <p:nvPr/>
        </p:nvSpPr>
        <p:spPr>
          <a:xfrm>
            <a:off x="935800" y="1720972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Communication Plan: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4383D47A-F104-FD1E-0342-B7E6E359B866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1647425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7" name="Graphic 6" descr="Megaphone with solid fill">
            <a:extLst>
              <a:ext uri="{FF2B5EF4-FFF2-40B4-BE49-F238E27FC236}">
                <a16:creationId xmlns:a16="http://schemas.microsoft.com/office/drawing/2014/main" id="{D942D006-03E8-41DD-BC0E-97AA93856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170" y="1549407"/>
            <a:ext cx="535630" cy="535630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AF995AB-C276-746B-4479-548F0D6612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271049"/>
              </p:ext>
            </p:extLst>
          </p:nvPr>
        </p:nvGraphicFramePr>
        <p:xfrm>
          <a:off x="431800" y="2368550"/>
          <a:ext cx="9043988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176478" imgH="2331720" progId="Excel.Sheet.12">
                  <p:embed/>
                </p:oleObj>
              </mc:Choice>
              <mc:Fallback>
                <p:oleObj name="Worksheet" r:id="rId4" imgW="8176478" imgH="2331720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AF995AB-C276-746B-4479-548F0D6612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800" y="2368550"/>
                        <a:ext cx="9043988" cy="257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">
            <a:extLst>
              <a:ext uri="{FF2B5EF4-FFF2-40B4-BE49-F238E27FC236}">
                <a16:creationId xmlns:a16="http://schemas.microsoft.com/office/drawing/2014/main" id="{60494B6A-A53A-4B02-4C05-ACCEF0AE36FA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1637740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245B3C8F-4194-75E9-25F3-17F52F58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F9C58-5784-6022-1DCF-4F50F23B43BD}"/>
              </a:ext>
            </a:extLst>
          </p:cNvPr>
          <p:cNvSpPr txBox="1"/>
          <p:nvPr/>
        </p:nvSpPr>
        <p:spPr>
          <a:xfrm>
            <a:off x="967430" y="1638941"/>
            <a:ext cx="99672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Handover Management:</a:t>
            </a:r>
          </a:p>
          <a:p>
            <a:r>
              <a:rPr lang="en-US" sz="1000" b="1" dirty="0"/>
              <a:t>The Project Manager hands over the cleaned dataset and summary report to the Handover Manager</a:t>
            </a:r>
            <a:r>
              <a:rPr lang="en-US" sz="1000" dirty="0"/>
              <a:t> in the Operating Unit once TG4 is approved.</a:t>
            </a:r>
            <a:br>
              <a:rPr lang="en-US" sz="1000" dirty="0"/>
            </a:br>
            <a:r>
              <a:rPr lang="en-US" sz="1000" dirty="0"/>
              <a:t>The </a:t>
            </a:r>
            <a:r>
              <a:rPr lang="en-US" sz="1000" b="1" dirty="0"/>
              <a:t>Handover Manager</a:t>
            </a:r>
            <a:r>
              <a:rPr lang="en-US" sz="1000" dirty="0"/>
              <a:t> is responsible for ensuring that the Energy Operations team receives all updated documentation and that the data is ready for ongoing monthly reporting.</a:t>
            </a:r>
          </a:p>
          <a:p>
            <a:r>
              <a:rPr lang="en-US" sz="1000" dirty="0"/>
              <a:t>The </a:t>
            </a:r>
            <a:r>
              <a:rPr lang="en-US" sz="1000" b="1" dirty="0"/>
              <a:t>Operating Unit Manager</a:t>
            </a:r>
            <a:r>
              <a:rPr lang="en-US" sz="1000" dirty="0"/>
              <a:t> must ensure resources are available for the transition and appoint a </a:t>
            </a:r>
            <a:r>
              <a:rPr lang="en-US" sz="1000" b="1" dirty="0"/>
              <a:t>Super User</a:t>
            </a:r>
            <a:r>
              <a:rPr lang="en-US" sz="1000" dirty="0"/>
              <a:t> who will support daily operations after the project ends. The Super User will act as the local contact for any questions regarding the cleaned dataset and reporting process.</a:t>
            </a:r>
          </a:p>
          <a:p>
            <a:r>
              <a:rPr lang="en-US" sz="1000" dirty="0"/>
              <a:t>The </a:t>
            </a:r>
            <a:r>
              <a:rPr lang="en-US" sz="1000" b="1" dirty="0"/>
              <a:t>Sponsor</a:t>
            </a:r>
            <a:r>
              <a:rPr lang="en-US" sz="1000" dirty="0"/>
              <a:t> approves the final delivery and ensures that expected benefits (improved data quality, smoother reporting, reduced manual corrections) are realized over time.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3323C0EE-C824-6E65-9EC9-B23FED6872C3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1214120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10212-71E9-BB32-22AD-DF6954A6268E}"/>
              </a:ext>
            </a:extLst>
          </p:cNvPr>
          <p:cNvSpPr txBox="1"/>
          <p:nvPr/>
        </p:nvSpPr>
        <p:spPr>
          <a:xfrm>
            <a:off x="1259168" y="2766540"/>
            <a:ext cx="18565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Project Organization</a:t>
            </a:r>
            <a:endParaRPr lang="en-GB" altLang="en-US" sz="1000" b="0" noProof="0" dirty="0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8724C-17B6-495D-CACE-265DAEDC28D4}"/>
              </a:ext>
            </a:extLst>
          </p:cNvPr>
          <p:cNvSpPr txBox="1"/>
          <p:nvPr/>
        </p:nvSpPr>
        <p:spPr>
          <a:xfrm>
            <a:off x="6228787" y="2774914"/>
            <a:ext cx="18565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/>
              </a:rPr>
              <a:t>Operating Unit </a:t>
            </a:r>
            <a:endParaRPr lang="en-GB" altLang="en-US" sz="1000" b="0" noProof="0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FCA627-C711-8692-72B4-2EB04F4B6320}"/>
              </a:ext>
            </a:extLst>
          </p:cNvPr>
          <p:cNvSpPr/>
          <p:nvPr/>
        </p:nvSpPr>
        <p:spPr>
          <a:xfrm>
            <a:off x="6230621" y="2766540"/>
            <a:ext cx="1800860" cy="2298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sv-SE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6EC34-7A47-95DF-343C-74047846BF50}"/>
              </a:ext>
            </a:extLst>
          </p:cNvPr>
          <p:cNvSpPr/>
          <p:nvPr/>
        </p:nvSpPr>
        <p:spPr>
          <a:xfrm>
            <a:off x="6458621" y="3586548"/>
            <a:ext cx="1329020" cy="12304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sv-SE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0E2082-6A06-D02E-9864-A991F5B470F4}"/>
              </a:ext>
            </a:extLst>
          </p:cNvPr>
          <p:cNvSpPr txBox="1"/>
          <p:nvPr/>
        </p:nvSpPr>
        <p:spPr>
          <a:xfrm>
            <a:off x="6458620" y="3605090"/>
            <a:ext cx="18565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Maintenance </a:t>
            </a:r>
            <a:endParaRPr lang="en-GB" altLang="en-US" sz="1000" b="0" noProof="0" dirty="0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D6D79E-0EAD-9D55-F7F6-4214A9FE8FC2}"/>
              </a:ext>
            </a:extLst>
          </p:cNvPr>
          <p:cNvSpPr/>
          <p:nvPr/>
        </p:nvSpPr>
        <p:spPr>
          <a:xfrm>
            <a:off x="6954089" y="3962170"/>
            <a:ext cx="635432" cy="246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sv-SE" sz="800" err="1"/>
              <a:t>Handover</a:t>
            </a:r>
            <a:r>
              <a:rPr lang="sv-SE" sz="800"/>
              <a:t>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9ECC8F-8708-C16D-D48A-4B9B60EE629E}"/>
              </a:ext>
            </a:extLst>
          </p:cNvPr>
          <p:cNvSpPr/>
          <p:nvPr/>
        </p:nvSpPr>
        <p:spPr>
          <a:xfrm>
            <a:off x="6954089" y="4434596"/>
            <a:ext cx="635432" cy="246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sv-SE" sz="800"/>
              <a:t>Super </a:t>
            </a:r>
            <a:r>
              <a:rPr lang="sv-SE" sz="800" err="1"/>
              <a:t>User</a:t>
            </a:r>
            <a:r>
              <a:rPr lang="sv-SE" sz="800"/>
              <a:t> 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6E86C6F9-0646-F54C-A9F8-2C2BC9F79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8422396"/>
              </p:ext>
            </p:extLst>
          </p:nvPr>
        </p:nvGraphicFramePr>
        <p:xfrm>
          <a:off x="743642" y="3021135"/>
          <a:ext cx="4663148" cy="221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A0FC5D4-46AD-01E9-F686-AAB86971FB09}"/>
              </a:ext>
            </a:extLst>
          </p:cNvPr>
          <p:cNvSpPr/>
          <p:nvPr/>
        </p:nvSpPr>
        <p:spPr>
          <a:xfrm>
            <a:off x="1259168" y="2633472"/>
            <a:ext cx="3446466" cy="2764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sv-SE" sz="1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870EBB-F854-62C6-7F2E-AF4D072C01C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390900" y="4056451"/>
            <a:ext cx="3563189" cy="2883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04DCF8-94FF-D7A8-F2B2-651E6B676AF6}"/>
              </a:ext>
            </a:extLst>
          </p:cNvPr>
          <p:cNvSpPr/>
          <p:nvPr/>
        </p:nvSpPr>
        <p:spPr>
          <a:xfrm>
            <a:off x="6900225" y="3131994"/>
            <a:ext cx="689296" cy="3370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sv-SE" sz="800"/>
              <a:t>Manager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1FB4A9-1510-A3B2-2A8C-C8DAF6C6D050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4503420" y="3300517"/>
            <a:ext cx="2396805" cy="45412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Handshake with solid fill">
            <a:extLst>
              <a:ext uri="{FF2B5EF4-FFF2-40B4-BE49-F238E27FC236}">
                <a16:creationId xmlns:a16="http://schemas.microsoft.com/office/drawing/2014/main" id="{054A0053-94F8-CD7E-085D-672032E00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0367" y="1546307"/>
            <a:ext cx="507063" cy="50706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1934295-A354-006B-D265-8A703D4A75F4}"/>
              </a:ext>
            </a:extLst>
          </p:cNvPr>
          <p:cNvGrpSpPr/>
          <p:nvPr/>
        </p:nvGrpSpPr>
        <p:grpSpPr>
          <a:xfrm>
            <a:off x="6849348" y="3367996"/>
            <a:ext cx="735678" cy="190883"/>
            <a:chOff x="3089504" y="2065382"/>
            <a:chExt cx="735678" cy="1908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32657F4-B345-AF9F-4D27-18F38131495E}"/>
                </a:ext>
              </a:extLst>
            </p:cNvPr>
            <p:cNvSpPr/>
            <p:nvPr/>
          </p:nvSpPr>
          <p:spPr>
            <a:xfrm>
              <a:off x="3240627" y="2111594"/>
              <a:ext cx="542667" cy="104062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FB28-6ABB-E7FD-0194-B3870B068161}"/>
                </a:ext>
              </a:extLst>
            </p:cNvPr>
            <p:cNvSpPr txBox="1"/>
            <p:nvPr/>
          </p:nvSpPr>
          <p:spPr>
            <a:xfrm>
              <a:off x="3089504" y="2065382"/>
              <a:ext cx="735678" cy="190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3810" rIns="15240" bIns="3810" numCol="1" spcCol="1270" anchor="ctr" anchorCtr="0">
              <a:noAutofit/>
            </a:bodyPr>
            <a:lstStyle/>
            <a:p>
              <a:pPr marL="0" lvl="0" indent="0" algn="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sv-SE" sz="600" dirty="0"/>
                <a:t>Henrik Olofsson</a:t>
              </a:r>
              <a:endParaRPr lang="en-US" sz="6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2A0C3B-B5D3-A95E-273E-16C0513B4D3D}"/>
              </a:ext>
            </a:extLst>
          </p:cNvPr>
          <p:cNvGrpSpPr/>
          <p:nvPr/>
        </p:nvGrpSpPr>
        <p:grpSpPr>
          <a:xfrm>
            <a:off x="6214781" y="4137731"/>
            <a:ext cx="1435016" cy="233970"/>
            <a:chOff x="2790670" y="2061559"/>
            <a:chExt cx="992624" cy="20413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10AFCBE-AE00-18B6-C766-3F1A3F3B2E2D}"/>
                </a:ext>
              </a:extLst>
            </p:cNvPr>
            <p:cNvSpPr/>
            <p:nvPr/>
          </p:nvSpPr>
          <p:spPr>
            <a:xfrm>
              <a:off x="3240627" y="2111594"/>
              <a:ext cx="542667" cy="104062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314258-27EA-32B2-88BE-D03C9C5B7F23}"/>
                </a:ext>
              </a:extLst>
            </p:cNvPr>
            <p:cNvSpPr txBox="1"/>
            <p:nvPr/>
          </p:nvSpPr>
          <p:spPr>
            <a:xfrm>
              <a:off x="2790670" y="2061559"/>
              <a:ext cx="919304" cy="2041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3810" rIns="15240" bIns="3810" numCol="1" spcCol="1270" anchor="ctr" anchorCtr="0">
              <a:noAutofit/>
            </a:bodyPr>
            <a:lstStyle/>
            <a:p>
              <a:pPr marL="0" lvl="0" indent="0" algn="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sv-SE" sz="600" dirty="0"/>
                <a:t>Sofia Bergström</a:t>
              </a:r>
              <a:endParaRPr lang="en-US" sz="6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8A4AC1-5298-FDAE-31B4-C323F8F55058}"/>
              </a:ext>
            </a:extLst>
          </p:cNvPr>
          <p:cNvGrpSpPr/>
          <p:nvPr/>
        </p:nvGrpSpPr>
        <p:grpSpPr>
          <a:xfrm>
            <a:off x="6236581" y="4610719"/>
            <a:ext cx="1435016" cy="233970"/>
            <a:chOff x="2790670" y="2061559"/>
            <a:chExt cx="992624" cy="20413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32C33A5-29C0-FE5C-9848-5963590F4260}"/>
                </a:ext>
              </a:extLst>
            </p:cNvPr>
            <p:cNvSpPr/>
            <p:nvPr/>
          </p:nvSpPr>
          <p:spPr>
            <a:xfrm>
              <a:off x="3240627" y="2111594"/>
              <a:ext cx="542667" cy="104062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90EC22-D8B2-00C2-CD38-6F6CD0F4F6D4}"/>
                </a:ext>
              </a:extLst>
            </p:cNvPr>
            <p:cNvSpPr txBox="1"/>
            <p:nvPr/>
          </p:nvSpPr>
          <p:spPr>
            <a:xfrm>
              <a:off x="2790670" y="2061559"/>
              <a:ext cx="919304" cy="2041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240" tIns="3810" rIns="15240" bIns="3810" numCol="1" spcCol="1270" anchor="ctr" anchorCtr="0">
              <a:noAutofit/>
            </a:bodyPr>
            <a:lstStyle/>
            <a:p>
              <a:pPr marL="0" lvl="0" indent="0" algn="r" defTabSz="266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sv-SE" sz="600" kern="1200" dirty="0"/>
                <a:t>Johan Wiklund</a:t>
              </a:r>
              <a:endParaRPr lang="en-US" sz="600" kern="1200" dirty="0"/>
            </a:p>
          </p:txBody>
        </p:sp>
      </p:grpSp>
      <p:sp>
        <p:nvSpPr>
          <p:cNvPr id="12" name="Text">
            <a:extLst>
              <a:ext uri="{FF2B5EF4-FFF2-40B4-BE49-F238E27FC236}">
                <a16:creationId xmlns:a16="http://schemas.microsoft.com/office/drawing/2014/main" id="{AF616B08-1BA6-6F10-C6AB-F66B53F0E04D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79153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8EFF6660-0675-A0AA-B579-B6F8763A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8566F-1B55-1238-4F33-43918B0E7E48}"/>
              </a:ext>
            </a:extLst>
          </p:cNvPr>
          <p:cNvSpPr txBox="1"/>
          <p:nvPr/>
        </p:nvSpPr>
        <p:spPr>
          <a:xfrm>
            <a:off x="935800" y="1812429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Lessons Learned: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87B37C27-3926-3CE3-B256-EC03A53EBD98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869315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7" name="Graphic 6" descr="Group with solid fill">
            <a:extLst>
              <a:ext uri="{FF2B5EF4-FFF2-40B4-BE49-F238E27FC236}">
                <a16:creationId xmlns:a16="http://schemas.microsoft.com/office/drawing/2014/main" id="{8BCB0996-BC6D-1641-0BAE-0887F5290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99" y="1646106"/>
            <a:ext cx="504001" cy="504001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EE3BDD8-D423-8D63-C672-442F42E05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874005"/>
              </p:ext>
            </p:extLst>
          </p:nvPr>
        </p:nvGraphicFramePr>
        <p:xfrm>
          <a:off x="329938" y="3176832"/>
          <a:ext cx="11525292" cy="170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3769558" imgH="2034758" progId="Excel.Sheet.12">
                  <p:embed/>
                </p:oleObj>
              </mc:Choice>
              <mc:Fallback>
                <p:oleObj name="Worksheet" r:id="rId4" imgW="13769558" imgH="2034758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EE3BDD8-D423-8D63-C672-442F42E05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938" y="3176832"/>
                        <a:ext cx="11525292" cy="1701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">
            <a:extLst>
              <a:ext uri="{FF2B5EF4-FFF2-40B4-BE49-F238E27FC236}">
                <a16:creationId xmlns:a16="http://schemas.microsoft.com/office/drawing/2014/main" id="{C6CDB34A-A072-9F78-105A-68758A2C8C23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2446214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8972A67-8205-3F82-2EE4-E26C3A892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159916"/>
              </p:ext>
            </p:extLst>
          </p:nvPr>
        </p:nvGraphicFramePr>
        <p:xfrm>
          <a:off x="273050" y="2543175"/>
          <a:ext cx="93599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494520" imgH="2126198" progId="Excel.Sheet.12">
                  <p:embed/>
                </p:oleObj>
              </mc:Choice>
              <mc:Fallback>
                <p:oleObj name="Worksheet" r:id="rId2" imgW="9494520" imgH="212619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8972A67-8205-3F82-2EE4-E26C3A892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3050" y="2543175"/>
                        <a:ext cx="9359900" cy="208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ubrik 1">
            <a:extLst>
              <a:ext uri="{FF2B5EF4-FFF2-40B4-BE49-F238E27FC236}">
                <a16:creationId xmlns:a16="http://schemas.microsoft.com/office/drawing/2014/main" id="{EA5932F8-8BBB-A65C-9327-A4A1DFB7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>
            <a:normAutofit/>
          </a:bodyPr>
          <a:lstStyle/>
          <a:p>
            <a:r>
              <a:rPr lang="en-GB" dirty="0"/>
              <a:t>TG3 Project Plan + Establishment</a:t>
            </a:r>
            <a:br>
              <a:rPr lang="en-GB" dirty="0"/>
            </a:br>
            <a:r>
              <a:rPr lang="en-US" sz="1100" dirty="0"/>
              <a:t>Project Period: 1 Nov 2025 – 28 Nov 2025</a:t>
            </a:r>
            <a:endParaRPr lang="en-GB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742C89-187F-7523-575F-746EA43AE470}"/>
              </a:ext>
            </a:extLst>
          </p:cNvPr>
          <p:cNvSpPr txBox="1"/>
          <p:nvPr/>
        </p:nvSpPr>
        <p:spPr>
          <a:xfrm>
            <a:off x="895603" y="1808264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Rest Activities: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8D863888-8A19-BCF2-5946-0737AABF2D77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968375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9" name="Graphic 8" descr="List with solid fill">
            <a:extLst>
              <a:ext uri="{FF2B5EF4-FFF2-40B4-BE49-F238E27FC236}">
                <a16:creationId xmlns:a16="http://schemas.microsoft.com/office/drawing/2014/main" id="{B1BB8554-4989-F966-E002-F5BF9EFF8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766" y="1741858"/>
            <a:ext cx="379034" cy="379034"/>
          </a:xfrm>
          <a:prstGeom prst="rect">
            <a:avLst/>
          </a:prstGeom>
        </p:spPr>
      </p:pic>
      <p:sp>
        <p:nvSpPr>
          <p:cNvPr id="2" name="Text">
            <a:extLst>
              <a:ext uri="{FF2B5EF4-FFF2-40B4-BE49-F238E27FC236}">
                <a16:creationId xmlns:a16="http://schemas.microsoft.com/office/drawing/2014/main" id="{F87494E1-2B0D-54A0-A417-0A1309019C05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206125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A14F-739B-A23A-C58C-F2A58EF6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C58319B-44D7-3A48-813C-112545763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952695"/>
              </p:ext>
            </p:extLst>
          </p:nvPr>
        </p:nvGraphicFramePr>
        <p:xfrm>
          <a:off x="431800" y="2309813"/>
          <a:ext cx="11425238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590238" imgH="1981200" progId="Excel.Sheet.12">
                  <p:embed/>
                </p:oleObj>
              </mc:Choice>
              <mc:Fallback>
                <p:oleObj name="Worksheet" r:id="rId2" imgW="11590238" imgH="198120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C58319B-44D7-3A48-813C-112545763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1800" y="2309813"/>
                        <a:ext cx="11425238" cy="194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ubrik 1">
            <a:extLst>
              <a:ext uri="{FF2B5EF4-FFF2-40B4-BE49-F238E27FC236}">
                <a16:creationId xmlns:a16="http://schemas.microsoft.com/office/drawing/2014/main" id="{1C0552D4-C39A-82A5-0F04-3FCB0F48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732367"/>
            <a:ext cx="11475720" cy="988605"/>
          </a:xfrm>
        </p:spPr>
        <p:txBody>
          <a:bodyPr/>
          <a:lstStyle/>
          <a:p>
            <a:r>
              <a:rPr lang="en-GB" dirty="0"/>
              <a:t>TG3 Project Plan + Establishment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106F3-EC1F-093D-E147-DA6654B4EF39}"/>
              </a:ext>
            </a:extLst>
          </p:cNvPr>
          <p:cNvSpPr txBox="1"/>
          <p:nvPr/>
        </p:nvSpPr>
        <p:spPr>
          <a:xfrm>
            <a:off x="935800" y="1570908"/>
            <a:ext cx="1040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 dirty="0"/>
              <a:t>Financial Performance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2F3CAE0C-861F-18DE-186F-9EF531941445}"/>
              </a:ext>
            </a:extLst>
          </p:cNvPr>
          <p:cNvSpPr txBox="1">
            <a:spLocks/>
          </p:cNvSpPr>
          <p:nvPr/>
        </p:nvSpPr>
        <p:spPr>
          <a:xfrm>
            <a:off x="431799" y="368302"/>
            <a:ext cx="9683751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Nordic Energy Data Quality Improvement – Phase 1</a:t>
            </a:r>
            <a:endParaRPr lang="en-GB" dirty="0"/>
          </a:p>
        </p:txBody>
      </p:sp>
      <p:pic>
        <p:nvPicPr>
          <p:cNvPr id="2" name="Graphic 1" descr="Money with solid fill">
            <a:extLst>
              <a:ext uri="{FF2B5EF4-FFF2-40B4-BE49-F238E27FC236}">
                <a16:creationId xmlns:a16="http://schemas.microsoft.com/office/drawing/2014/main" id="{989C5405-CC51-86C4-E4D0-5AE568584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800" y="1481286"/>
            <a:ext cx="432000" cy="43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9E213E-C9CD-2D24-4199-255D20358730}"/>
              </a:ext>
            </a:extLst>
          </p:cNvPr>
          <p:cNvSpPr txBox="1"/>
          <p:nvPr/>
        </p:nvSpPr>
        <p:spPr>
          <a:xfrm>
            <a:off x="431799" y="4541604"/>
            <a:ext cx="37195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Benefits / Value (Financial + Operational)</a:t>
            </a:r>
          </a:p>
          <a:p>
            <a:r>
              <a:rPr lang="en-US" sz="1000" b="1" dirty="0"/>
              <a:t>Value Delivered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Reduced manual data cleaning time by ~12 hours/month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Improved data quality → fewer reporting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Potential long-term savings through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Faster monthly reporting process</a:t>
            </a:r>
          </a:p>
          <a:p>
            <a:r>
              <a:rPr lang="en-US" sz="1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5FE7D3-F149-7208-6FE2-42D76D088EB8}"/>
              </a:ext>
            </a:extLst>
          </p:cNvPr>
          <p:cNvSpPr txBox="1"/>
          <p:nvPr/>
        </p:nvSpPr>
        <p:spPr>
          <a:xfrm>
            <a:off x="6939279" y="4541604"/>
            <a:ext cx="46004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/>
              </a:rPr>
              <a:t>ROI Snapshot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r>
              <a:rPr lang="en-US" sz="1000" b="1" dirty="0"/>
              <a:t>ROI Assessment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Short-term ROI:</a:t>
            </a:r>
            <a:r>
              <a:rPr lang="en-US" sz="1000" dirty="0"/>
              <a:t> Moderate, due to small pilot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Long-term ROI:</a:t>
            </a:r>
            <a:r>
              <a:rPr lang="en-US" sz="1000" dirty="0"/>
              <a:t> High, if extended to more buildings and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Break-even:</a:t>
            </a:r>
            <a:r>
              <a:rPr lang="en-US" sz="1000" dirty="0"/>
              <a:t> Achievable within the first full reporting cycle if scaled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5A7706-E6C1-9626-61AF-21950CBBB96F}"/>
              </a:ext>
            </a:extLst>
          </p:cNvPr>
          <p:cNvSpPr txBox="1">
            <a:spLocks/>
          </p:cNvSpPr>
          <p:nvPr/>
        </p:nvSpPr>
        <p:spPr>
          <a:xfrm>
            <a:off x="9710057" y="6415585"/>
            <a:ext cx="2823057" cy="442415"/>
          </a:xfrm>
          <a:prstGeom prst="rect">
            <a:avLst/>
          </a:prstGeom>
          <a:effectLst>
            <a:outerShdw blurRad="76200" dir="2700000" algn="tl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effectLst>
                  <a:outerShdw blurRad="101600" dir="2700000" algn="tl" rotWithShape="0">
                    <a:prstClr val="black">
                      <a:alpha val="10000"/>
                    </a:prstClr>
                  </a:outerShdw>
                </a:effectLst>
              </a:rPr>
              <a:t>Status Report Date: 28 Nov 2025</a:t>
            </a:r>
          </a:p>
        </p:txBody>
      </p:sp>
    </p:spTree>
    <p:extLst>
      <p:ext uri="{BB962C8B-B14F-4D97-AF65-F5344CB8AC3E}">
        <p14:creationId xmlns:p14="http://schemas.microsoft.com/office/powerpoint/2010/main" val="3730517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fe9fc32-844b-45fe-a128-553444bb9a67}" enabled="0" method="" siteId="{efe9fc32-844b-45fe-a128-553444bb9a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7059</TotalTime>
  <Words>2741</Words>
  <Application>Microsoft Office PowerPoint</Application>
  <PresentationFormat>Widescreen</PresentationFormat>
  <Paragraphs>493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MS PGothic</vt:lpstr>
      <vt:lpstr>Aptos</vt:lpstr>
      <vt:lpstr>Aptos Display</vt:lpstr>
      <vt:lpstr>Arial</vt:lpstr>
      <vt:lpstr>Wingdings</vt:lpstr>
      <vt:lpstr>Office Theme</vt:lpstr>
      <vt:lpstr>Worksheet</vt:lpstr>
      <vt:lpstr>Microsoft Excel Worksheet</vt:lpstr>
      <vt:lpstr>PowerPoint Presentation</vt:lpstr>
      <vt:lpstr>TG3 Project Plan + Establishment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 Project Period: 1 Nov 2025 – 28 Nov 2025</vt:lpstr>
      <vt:lpstr>TG3 Project Plan + Establishment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Modaresi</dc:creator>
  <cp:lastModifiedBy>Ramin Modaresi</cp:lastModifiedBy>
  <cp:revision>13</cp:revision>
  <dcterms:created xsi:type="dcterms:W3CDTF">2025-11-11T09:44:22Z</dcterms:created>
  <dcterms:modified xsi:type="dcterms:W3CDTF">2025-12-05T13:57:33Z</dcterms:modified>
</cp:coreProperties>
</file>